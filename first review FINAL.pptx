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26"/>
  </p:notesMasterIdLst>
  <p:handoutMasterIdLst>
    <p:handoutMasterId r:id="rId27"/>
  </p:handoutMasterIdLst>
  <p:sldIdLst>
    <p:sldId id="257" r:id="rId2"/>
    <p:sldId id="273" r:id="rId3"/>
    <p:sldId id="278" r:id="rId4"/>
    <p:sldId id="277" r:id="rId5"/>
    <p:sldId id="260" r:id="rId6"/>
    <p:sldId id="276" r:id="rId7"/>
    <p:sldId id="282" r:id="rId8"/>
    <p:sldId id="283" r:id="rId9"/>
    <p:sldId id="281" r:id="rId10"/>
    <p:sldId id="295" r:id="rId11"/>
    <p:sldId id="297" r:id="rId12"/>
    <p:sldId id="298" r:id="rId13"/>
    <p:sldId id="293" r:id="rId14"/>
    <p:sldId id="296" r:id="rId15"/>
    <p:sldId id="280" r:id="rId16"/>
    <p:sldId id="292" r:id="rId17"/>
    <p:sldId id="301" r:id="rId18"/>
    <p:sldId id="294" r:id="rId19"/>
    <p:sldId id="303" r:id="rId20"/>
    <p:sldId id="302" r:id="rId21"/>
    <p:sldId id="305" r:id="rId22"/>
    <p:sldId id="304" r:id="rId23"/>
    <p:sldId id="274" r:id="rId24"/>
    <p:sldId id="27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E9422B0-E3AE-4A48-AB40-55ECBC4030C5}">
          <p14:sldIdLst>
            <p14:sldId id="257"/>
            <p14:sldId id="273"/>
            <p14:sldId id="278"/>
            <p14:sldId id="277"/>
            <p14:sldId id="260"/>
            <p14:sldId id="276"/>
            <p14:sldId id="282"/>
            <p14:sldId id="283"/>
            <p14:sldId id="281"/>
            <p14:sldId id="295"/>
            <p14:sldId id="297"/>
            <p14:sldId id="298"/>
            <p14:sldId id="293"/>
            <p14:sldId id="296"/>
            <p14:sldId id="280"/>
            <p14:sldId id="292"/>
            <p14:sldId id="301"/>
            <p14:sldId id="294"/>
            <p14:sldId id="303"/>
            <p14:sldId id="302"/>
            <p14:sldId id="305"/>
            <p14:sldId id="304"/>
            <p14:sldId id="274"/>
            <p14:sldId id="27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6029AF-B2A1-4B62-A1A1-2B9BCBB62154}" v="59" dt="2026-08-13T16:13:12.988"/>
    <p1510:client id="{837CCA32-EA1D-4651-B198-E0F9A5A5D4D7}" v="15" dt="2026-08-13T08:27:52.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5033" autoAdjust="0"/>
  </p:normalViewPr>
  <p:slideViewPr>
    <p:cSldViewPr snapToGrid="0">
      <p:cViewPr varScale="1">
        <p:scale>
          <a:sx n="78" d="100"/>
          <a:sy n="78" d="100"/>
        </p:scale>
        <p:origin x="878"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56" d="100"/>
          <a:sy n="56" d="100"/>
        </p:scale>
        <p:origin x="2856"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kukanoor0712@outlook.com" userId="970e6c653e0e4a16" providerId="LiveId" clId="{121313F4-4E09-4C3D-B37F-D96995CF5094}"/>
    <pc:docChg chg="undo custSel addSld delSld modSld sldOrd modSection">
      <pc:chgData name="maheshkukanoor0712@outlook.com" userId="970e6c653e0e4a16" providerId="LiveId" clId="{121313F4-4E09-4C3D-B37F-D96995CF5094}" dt="2026-08-13T16:14:50.876" v="777"/>
      <pc:docMkLst>
        <pc:docMk/>
      </pc:docMkLst>
      <pc:sldChg chg="modSp mod">
        <pc:chgData name="maheshkukanoor0712@outlook.com" userId="970e6c653e0e4a16" providerId="LiveId" clId="{121313F4-4E09-4C3D-B37F-D96995CF5094}" dt="2026-08-13T14:57:28.114" v="17" actId="20577"/>
        <pc:sldMkLst>
          <pc:docMk/>
          <pc:sldMk cId="1236449194" sldId="257"/>
        </pc:sldMkLst>
        <pc:spChg chg="mod">
          <ac:chgData name="maheshkukanoor0712@outlook.com" userId="970e6c653e0e4a16" providerId="LiveId" clId="{121313F4-4E09-4C3D-B37F-D96995CF5094}" dt="2026-08-13T14:57:28.114" v="17" actId="20577"/>
          <ac:spMkLst>
            <pc:docMk/>
            <pc:sldMk cId="1236449194" sldId="257"/>
            <ac:spMk id="7" creationId="{945AB539-D4B9-4D7A-B9A8-46ACF92E0378}"/>
          </ac:spMkLst>
        </pc:spChg>
      </pc:sldChg>
      <pc:sldChg chg="modSp mod">
        <pc:chgData name="maheshkukanoor0712@outlook.com" userId="970e6c653e0e4a16" providerId="LiveId" clId="{121313F4-4E09-4C3D-B37F-D96995CF5094}" dt="2026-08-13T15:29:31.248" v="730" actId="20577"/>
        <pc:sldMkLst>
          <pc:docMk/>
          <pc:sldMk cId="1015881194" sldId="260"/>
        </pc:sldMkLst>
        <pc:spChg chg="mod">
          <ac:chgData name="maheshkukanoor0712@outlook.com" userId="970e6c653e0e4a16" providerId="LiveId" clId="{121313F4-4E09-4C3D-B37F-D96995CF5094}" dt="2026-08-13T15:29:31.248" v="730" actId="20577"/>
          <ac:spMkLst>
            <pc:docMk/>
            <pc:sldMk cId="1015881194" sldId="260"/>
            <ac:spMk id="2" creationId="{F63F5BA8-46F9-4F71-8FA6-2F868D31F131}"/>
          </ac:spMkLst>
        </pc:spChg>
      </pc:sldChg>
      <pc:sldChg chg="modSp mod">
        <pc:chgData name="maheshkukanoor0712@outlook.com" userId="970e6c653e0e4a16" providerId="LiveId" clId="{121313F4-4E09-4C3D-B37F-D96995CF5094}" dt="2026-08-13T15:28:58.681" v="709" actId="20577"/>
        <pc:sldMkLst>
          <pc:docMk/>
          <pc:sldMk cId="4155859" sldId="273"/>
        </pc:sldMkLst>
        <pc:spChg chg="mod">
          <ac:chgData name="maheshkukanoor0712@outlook.com" userId="970e6c653e0e4a16" providerId="LiveId" clId="{121313F4-4E09-4C3D-B37F-D96995CF5094}" dt="2026-08-13T14:57:38.071" v="28" actId="20577"/>
          <ac:spMkLst>
            <pc:docMk/>
            <pc:sldMk cId="4155859" sldId="273"/>
            <ac:spMk id="2" creationId="{00000000-0000-0000-0000-000000000000}"/>
          </ac:spMkLst>
        </pc:spChg>
        <pc:spChg chg="mod">
          <ac:chgData name="maheshkukanoor0712@outlook.com" userId="970e6c653e0e4a16" providerId="LiveId" clId="{121313F4-4E09-4C3D-B37F-D96995CF5094}" dt="2026-08-13T15:28:58.681" v="709" actId="20577"/>
          <ac:spMkLst>
            <pc:docMk/>
            <pc:sldMk cId="4155859" sldId="273"/>
            <ac:spMk id="3" creationId="{00000000-0000-0000-0000-000000000000}"/>
          </ac:spMkLst>
        </pc:spChg>
      </pc:sldChg>
      <pc:sldChg chg="modSp mod">
        <pc:chgData name="maheshkukanoor0712@outlook.com" userId="970e6c653e0e4a16" providerId="LiveId" clId="{121313F4-4E09-4C3D-B37F-D96995CF5094}" dt="2026-08-13T14:57:55.562" v="46" actId="20577"/>
        <pc:sldMkLst>
          <pc:docMk/>
          <pc:sldMk cId="3571131639" sldId="276"/>
        </pc:sldMkLst>
        <pc:spChg chg="mod">
          <ac:chgData name="maheshkukanoor0712@outlook.com" userId="970e6c653e0e4a16" providerId="LiveId" clId="{121313F4-4E09-4C3D-B37F-D96995CF5094}" dt="2026-08-13T14:57:55.562" v="46" actId="20577"/>
          <ac:spMkLst>
            <pc:docMk/>
            <pc:sldMk cId="3571131639" sldId="276"/>
            <ac:spMk id="2" creationId="{00000000-0000-0000-0000-000000000000}"/>
          </ac:spMkLst>
        </pc:spChg>
      </pc:sldChg>
      <pc:sldChg chg="ord">
        <pc:chgData name="maheshkukanoor0712@outlook.com" userId="970e6c653e0e4a16" providerId="LiveId" clId="{121313F4-4E09-4C3D-B37F-D96995CF5094}" dt="2026-08-13T15:29:04.581" v="711"/>
        <pc:sldMkLst>
          <pc:docMk/>
          <pc:sldMk cId="1690134548" sldId="277"/>
        </pc:sldMkLst>
      </pc:sldChg>
      <pc:sldChg chg="modSp mod ord">
        <pc:chgData name="maheshkukanoor0712@outlook.com" userId="970e6c653e0e4a16" providerId="LiveId" clId="{121313F4-4E09-4C3D-B37F-D96995CF5094}" dt="2026-08-13T15:29:47.017" v="733"/>
        <pc:sldMkLst>
          <pc:docMk/>
          <pc:sldMk cId="3086052708" sldId="278"/>
        </pc:sldMkLst>
        <pc:spChg chg="mod">
          <ac:chgData name="maheshkukanoor0712@outlook.com" userId="970e6c653e0e4a16" providerId="LiveId" clId="{121313F4-4E09-4C3D-B37F-D96995CF5094}" dt="2026-08-13T15:29:47.017" v="733"/>
          <ac:spMkLst>
            <pc:docMk/>
            <pc:sldMk cId="3086052708" sldId="278"/>
            <ac:spMk id="3" creationId="{8F52CEEA-0BDF-713C-6337-ED4A65B53FBE}"/>
          </ac:spMkLst>
        </pc:spChg>
      </pc:sldChg>
      <pc:sldChg chg="addSp delSp modSp mod">
        <pc:chgData name="maheshkukanoor0712@outlook.com" userId="970e6c653e0e4a16" providerId="LiveId" clId="{121313F4-4E09-4C3D-B37F-D96995CF5094}" dt="2026-08-13T15:11:32.361" v="312" actId="22"/>
        <pc:sldMkLst>
          <pc:docMk/>
          <pc:sldMk cId="1057819258" sldId="280"/>
        </pc:sldMkLst>
        <pc:spChg chg="del">
          <ac:chgData name="maheshkukanoor0712@outlook.com" userId="970e6c653e0e4a16" providerId="LiveId" clId="{121313F4-4E09-4C3D-B37F-D96995CF5094}" dt="2026-08-13T15:10:49.278" v="308" actId="21"/>
          <ac:spMkLst>
            <pc:docMk/>
            <pc:sldMk cId="1057819258" sldId="280"/>
            <ac:spMk id="2" creationId="{895EF28F-C695-55D8-784D-B59D21DF836A}"/>
          </ac:spMkLst>
        </pc:spChg>
        <pc:spChg chg="add del mod">
          <ac:chgData name="maheshkukanoor0712@outlook.com" userId="970e6c653e0e4a16" providerId="LiveId" clId="{121313F4-4E09-4C3D-B37F-D96995CF5094}" dt="2026-08-13T15:10:52.077" v="309" actId="21"/>
          <ac:spMkLst>
            <pc:docMk/>
            <pc:sldMk cId="1057819258" sldId="280"/>
            <ac:spMk id="3" creationId="{5A92F919-034B-D523-9068-AF35F04018C0}"/>
          </ac:spMkLst>
        </pc:spChg>
        <pc:spChg chg="add">
          <ac:chgData name="maheshkukanoor0712@outlook.com" userId="970e6c653e0e4a16" providerId="LiveId" clId="{121313F4-4E09-4C3D-B37F-D96995CF5094}" dt="2026-08-13T15:11:32.361" v="312" actId="22"/>
          <ac:spMkLst>
            <pc:docMk/>
            <pc:sldMk cId="1057819258" sldId="280"/>
            <ac:spMk id="7" creationId="{107184B2-1370-1D15-CDCB-CF6FF8B072F7}"/>
          </ac:spMkLst>
        </pc:spChg>
        <pc:graphicFrameChg chg="modGraphic">
          <ac:chgData name="maheshkukanoor0712@outlook.com" userId="970e6c653e0e4a16" providerId="LiveId" clId="{121313F4-4E09-4C3D-B37F-D96995CF5094}" dt="2026-08-13T15:11:22.246" v="311" actId="20577"/>
          <ac:graphicFrameMkLst>
            <pc:docMk/>
            <pc:sldMk cId="1057819258" sldId="280"/>
            <ac:graphicFrameMk id="5" creationId="{37540E5C-5FBB-26AD-F578-F464E1C5C6D8}"/>
          </ac:graphicFrameMkLst>
        </pc:graphicFrameChg>
      </pc:sldChg>
      <pc:sldChg chg="addSp delSp modSp mod">
        <pc:chgData name="maheshkukanoor0712@outlook.com" userId="970e6c653e0e4a16" providerId="LiveId" clId="{121313F4-4E09-4C3D-B37F-D96995CF5094}" dt="2026-08-13T15:03:35.037" v="131" actId="22"/>
        <pc:sldMkLst>
          <pc:docMk/>
          <pc:sldMk cId="2176660762" sldId="281"/>
        </pc:sldMkLst>
        <pc:spChg chg="del mod">
          <ac:chgData name="maheshkukanoor0712@outlook.com" userId="970e6c653e0e4a16" providerId="LiveId" clId="{121313F4-4E09-4C3D-B37F-D96995CF5094}" dt="2026-08-13T15:02:54.005" v="109" actId="21"/>
          <ac:spMkLst>
            <pc:docMk/>
            <pc:sldMk cId="2176660762" sldId="281"/>
            <ac:spMk id="3" creationId="{4F001656-E7BD-66A0-DC94-5651D26675C7}"/>
          </ac:spMkLst>
        </pc:spChg>
        <pc:spChg chg="add del mod">
          <ac:chgData name="maheshkukanoor0712@outlook.com" userId="970e6c653e0e4a16" providerId="LiveId" clId="{121313F4-4E09-4C3D-B37F-D96995CF5094}" dt="2026-08-13T15:02:57.463" v="110" actId="21"/>
          <ac:spMkLst>
            <pc:docMk/>
            <pc:sldMk cId="2176660762" sldId="281"/>
            <ac:spMk id="4" creationId="{20241215-8ABC-3298-06F9-68A3A40556B0}"/>
          </ac:spMkLst>
        </pc:spChg>
        <pc:spChg chg="add del mod">
          <ac:chgData name="maheshkukanoor0712@outlook.com" userId="970e6c653e0e4a16" providerId="LiveId" clId="{121313F4-4E09-4C3D-B37F-D96995CF5094}" dt="2026-08-13T15:03:12.808" v="126" actId="478"/>
          <ac:spMkLst>
            <pc:docMk/>
            <pc:sldMk cId="2176660762" sldId="281"/>
            <ac:spMk id="5" creationId="{20241215-8ABC-3298-06F9-68A3A40556B0}"/>
          </ac:spMkLst>
        </pc:spChg>
        <pc:spChg chg="add del mod">
          <ac:chgData name="maheshkukanoor0712@outlook.com" userId="970e6c653e0e4a16" providerId="LiveId" clId="{121313F4-4E09-4C3D-B37F-D96995CF5094}" dt="2026-08-13T15:03:25.449" v="130" actId="22"/>
          <ac:spMkLst>
            <pc:docMk/>
            <pc:sldMk cId="2176660762" sldId="281"/>
            <ac:spMk id="7" creationId="{80D1896E-EB47-28B7-B8EE-2EF5E8EA2452}"/>
          </ac:spMkLst>
        </pc:spChg>
        <pc:spChg chg="add">
          <ac:chgData name="maheshkukanoor0712@outlook.com" userId="970e6c653e0e4a16" providerId="LiveId" clId="{121313F4-4E09-4C3D-B37F-D96995CF5094}" dt="2026-08-13T15:03:35.037" v="131" actId="22"/>
          <ac:spMkLst>
            <pc:docMk/>
            <pc:sldMk cId="2176660762" sldId="281"/>
            <ac:spMk id="9" creationId="{B71A6D78-6C5A-05B1-FAE7-5161DAD7FBAE}"/>
          </ac:spMkLst>
        </pc:spChg>
        <pc:graphicFrameChg chg="mod">
          <ac:chgData name="maheshkukanoor0712@outlook.com" userId="970e6c653e0e4a16" providerId="LiveId" clId="{121313F4-4E09-4C3D-B37F-D96995CF5094}" dt="2026-08-13T15:03:04.203" v="124" actId="1036"/>
          <ac:graphicFrameMkLst>
            <pc:docMk/>
            <pc:sldMk cId="2176660762" sldId="281"/>
            <ac:graphicFrameMk id="21" creationId="{C8679796-DB22-B6CF-A46B-5FC249126E47}"/>
          </ac:graphicFrameMkLst>
        </pc:graphicFrameChg>
      </pc:sldChg>
      <pc:sldChg chg="addSp delSp modSp mod">
        <pc:chgData name="maheshkukanoor0712@outlook.com" userId="970e6c653e0e4a16" providerId="LiveId" clId="{121313F4-4E09-4C3D-B37F-D96995CF5094}" dt="2026-08-13T15:02:09.800" v="107" actId="22"/>
        <pc:sldMkLst>
          <pc:docMk/>
          <pc:sldMk cId="4065655495" sldId="282"/>
        </pc:sldMkLst>
        <pc:spChg chg="del mod">
          <ac:chgData name="maheshkukanoor0712@outlook.com" userId="970e6c653e0e4a16" providerId="LiveId" clId="{121313F4-4E09-4C3D-B37F-D96995CF5094}" dt="2026-08-13T14:59:09.153" v="51" actId="21"/>
          <ac:spMkLst>
            <pc:docMk/>
            <pc:sldMk cId="4065655495" sldId="282"/>
            <ac:spMk id="2" creationId="{27CBD79D-57F7-FB3F-6961-047419062B4C}"/>
          </ac:spMkLst>
        </pc:spChg>
        <pc:spChg chg="add del mod">
          <ac:chgData name="maheshkukanoor0712@outlook.com" userId="970e6c653e0e4a16" providerId="LiveId" clId="{121313F4-4E09-4C3D-B37F-D96995CF5094}" dt="2026-08-13T14:59:14.803" v="53" actId="21"/>
          <ac:spMkLst>
            <pc:docMk/>
            <pc:sldMk cId="4065655495" sldId="282"/>
            <ac:spMk id="3" creationId="{F6F4A37B-DA67-021E-D74D-E4139CD72B12}"/>
          </ac:spMkLst>
        </pc:spChg>
        <pc:spChg chg="add del mod">
          <ac:chgData name="maheshkukanoor0712@outlook.com" userId="970e6c653e0e4a16" providerId="LiveId" clId="{121313F4-4E09-4C3D-B37F-D96995CF5094}" dt="2026-08-13T14:59:18.613" v="55" actId="478"/>
          <ac:spMkLst>
            <pc:docMk/>
            <pc:sldMk cId="4065655495" sldId="282"/>
            <ac:spMk id="5" creationId="{F6F4A37B-DA67-021E-D74D-E4139CD72B12}"/>
          </ac:spMkLst>
        </pc:spChg>
        <pc:spChg chg="add">
          <ac:chgData name="maheshkukanoor0712@outlook.com" userId="970e6c653e0e4a16" providerId="LiveId" clId="{121313F4-4E09-4C3D-B37F-D96995CF5094}" dt="2026-08-13T15:02:09.800" v="107" actId="22"/>
          <ac:spMkLst>
            <pc:docMk/>
            <pc:sldMk cId="4065655495" sldId="282"/>
            <ac:spMk id="8" creationId="{3D4262ED-8920-7060-6D58-0AD84DC1637F}"/>
          </ac:spMkLst>
        </pc:spChg>
        <pc:graphicFrameChg chg="mod">
          <ac:chgData name="maheshkukanoor0712@outlook.com" userId="970e6c653e0e4a16" providerId="LiveId" clId="{121313F4-4E09-4C3D-B37F-D96995CF5094}" dt="2026-08-13T14:58:22.876" v="47" actId="1076"/>
          <ac:graphicFrameMkLst>
            <pc:docMk/>
            <pc:sldMk cId="4065655495" sldId="282"/>
            <ac:graphicFrameMk id="6" creationId="{43C4DAEB-0F34-F32D-BAD0-8B3E23180229}"/>
          </ac:graphicFrameMkLst>
        </pc:graphicFrameChg>
      </pc:sldChg>
      <pc:sldChg chg="modSp mod">
        <pc:chgData name="maheshkukanoor0712@outlook.com" userId="970e6c653e0e4a16" providerId="LiveId" clId="{121313F4-4E09-4C3D-B37F-D96995CF5094}" dt="2026-08-13T15:02:04.483" v="106" actId="1035"/>
        <pc:sldMkLst>
          <pc:docMk/>
          <pc:sldMk cId="1412808070" sldId="283"/>
        </pc:sldMkLst>
        <pc:spChg chg="mod">
          <ac:chgData name="maheshkukanoor0712@outlook.com" userId="970e6c653e0e4a16" providerId="LiveId" clId="{121313F4-4E09-4C3D-B37F-D96995CF5094}" dt="2026-08-13T15:02:04.483" v="106" actId="1035"/>
          <ac:spMkLst>
            <pc:docMk/>
            <pc:sldMk cId="1412808070" sldId="283"/>
            <ac:spMk id="5" creationId="{8665231A-AE0A-6F35-7AB4-59790C105EA1}"/>
          </ac:spMkLst>
        </pc:spChg>
        <pc:graphicFrameChg chg="mod">
          <ac:chgData name="maheshkukanoor0712@outlook.com" userId="970e6c653e0e4a16" providerId="LiveId" clId="{121313F4-4E09-4C3D-B37F-D96995CF5094}" dt="2026-08-13T15:00:13.030" v="67" actId="1035"/>
          <ac:graphicFrameMkLst>
            <pc:docMk/>
            <pc:sldMk cId="1412808070" sldId="283"/>
            <ac:graphicFrameMk id="7" creationId="{62B9ADF5-5B76-E04A-CB3D-E640FD593083}"/>
          </ac:graphicFrameMkLst>
        </pc:graphicFrameChg>
      </pc:sldChg>
      <pc:sldChg chg="addSp delSp modSp mod">
        <pc:chgData name="maheshkukanoor0712@outlook.com" userId="970e6c653e0e4a16" providerId="LiveId" clId="{121313F4-4E09-4C3D-B37F-D96995CF5094}" dt="2026-08-13T15:12:26.122" v="342" actId="20577"/>
        <pc:sldMkLst>
          <pc:docMk/>
          <pc:sldMk cId="1386688446" sldId="292"/>
        </pc:sldMkLst>
        <pc:spChg chg="del">
          <ac:chgData name="maheshkukanoor0712@outlook.com" userId="970e6c653e0e4a16" providerId="LiveId" clId="{121313F4-4E09-4C3D-B37F-D96995CF5094}" dt="2026-08-13T15:11:42.232" v="313" actId="21"/>
          <ac:spMkLst>
            <pc:docMk/>
            <pc:sldMk cId="1386688446" sldId="292"/>
            <ac:spMk id="5" creationId="{7CC9CA71-146E-9C61-6349-0A0CC60AA458}"/>
          </ac:spMkLst>
        </pc:spChg>
        <pc:spChg chg="add">
          <ac:chgData name="maheshkukanoor0712@outlook.com" userId="970e6c653e0e4a16" providerId="LiveId" clId="{121313F4-4E09-4C3D-B37F-D96995CF5094}" dt="2026-08-13T15:11:56.371" v="323" actId="22"/>
          <ac:spMkLst>
            <pc:docMk/>
            <pc:sldMk cId="1386688446" sldId="292"/>
            <ac:spMk id="8" creationId="{93B837EC-C566-730E-9FC1-3F5C861BFB5A}"/>
          </ac:spMkLst>
        </pc:spChg>
        <pc:graphicFrameChg chg="mod modGraphic">
          <ac:chgData name="maheshkukanoor0712@outlook.com" userId="970e6c653e0e4a16" providerId="LiveId" clId="{121313F4-4E09-4C3D-B37F-D96995CF5094}" dt="2026-08-13T15:12:26.122" v="342" actId="20577"/>
          <ac:graphicFrameMkLst>
            <pc:docMk/>
            <pc:sldMk cId="1386688446" sldId="292"/>
            <ac:graphicFrameMk id="7" creationId="{D8B6167D-AC7B-F189-DD2C-6573F360316B}"/>
          </ac:graphicFrameMkLst>
        </pc:graphicFrameChg>
      </pc:sldChg>
      <pc:sldChg chg="addSp delSp modSp mod">
        <pc:chgData name="maheshkukanoor0712@outlook.com" userId="970e6c653e0e4a16" providerId="LiveId" clId="{121313F4-4E09-4C3D-B37F-D96995CF5094}" dt="2026-08-13T15:08:38.871" v="261" actId="20577"/>
        <pc:sldMkLst>
          <pc:docMk/>
          <pc:sldMk cId="2107642636" sldId="293"/>
        </pc:sldMkLst>
        <pc:spChg chg="del">
          <ac:chgData name="maheshkukanoor0712@outlook.com" userId="970e6c653e0e4a16" providerId="LiveId" clId="{121313F4-4E09-4C3D-B37F-D96995CF5094}" dt="2026-08-13T15:07:46.711" v="229" actId="21"/>
          <ac:spMkLst>
            <pc:docMk/>
            <pc:sldMk cId="2107642636" sldId="293"/>
            <ac:spMk id="5" creationId="{3E5AA68F-4DA4-2A2D-C515-FD9CCB52205E}"/>
          </ac:spMkLst>
        </pc:spChg>
        <pc:spChg chg="add">
          <ac:chgData name="maheshkukanoor0712@outlook.com" userId="970e6c653e0e4a16" providerId="LiveId" clId="{121313F4-4E09-4C3D-B37F-D96995CF5094}" dt="2026-08-13T15:08:05.474" v="245" actId="22"/>
          <ac:spMkLst>
            <pc:docMk/>
            <pc:sldMk cId="2107642636" sldId="293"/>
            <ac:spMk id="8" creationId="{B8E8817B-5163-38E5-E299-BEFC2089296A}"/>
          </ac:spMkLst>
        </pc:spChg>
        <pc:graphicFrameChg chg="mod modGraphic">
          <ac:chgData name="maheshkukanoor0712@outlook.com" userId="970e6c653e0e4a16" providerId="LiveId" clId="{121313F4-4E09-4C3D-B37F-D96995CF5094}" dt="2026-08-13T15:08:38.871" v="261" actId="20577"/>
          <ac:graphicFrameMkLst>
            <pc:docMk/>
            <pc:sldMk cId="2107642636" sldId="293"/>
            <ac:graphicFrameMk id="7" creationId="{A596106D-ACCD-C822-FBA3-FAF25C69F2DB}"/>
          </ac:graphicFrameMkLst>
        </pc:graphicFrameChg>
      </pc:sldChg>
      <pc:sldChg chg="addSp delSp modSp mod">
        <pc:chgData name="maheshkukanoor0712@outlook.com" userId="970e6c653e0e4a16" providerId="LiveId" clId="{121313F4-4E09-4C3D-B37F-D96995CF5094}" dt="2026-08-13T15:27:17.992" v="697" actId="1036"/>
        <pc:sldMkLst>
          <pc:docMk/>
          <pc:sldMk cId="175664058" sldId="295"/>
        </pc:sldMkLst>
        <pc:spChg chg="del">
          <ac:chgData name="maheshkukanoor0712@outlook.com" userId="970e6c653e0e4a16" providerId="LiveId" clId="{121313F4-4E09-4C3D-B37F-D96995CF5094}" dt="2026-08-13T15:01:37.510" v="102" actId="21"/>
          <ac:spMkLst>
            <pc:docMk/>
            <pc:sldMk cId="175664058" sldId="295"/>
            <ac:spMk id="3" creationId="{4F001656-E7BD-66A0-DC94-5651D26675C7}"/>
          </ac:spMkLst>
        </pc:spChg>
        <pc:spChg chg="add del mod">
          <ac:chgData name="maheshkukanoor0712@outlook.com" userId="970e6c653e0e4a16" providerId="LiveId" clId="{121313F4-4E09-4C3D-B37F-D96995CF5094}" dt="2026-08-13T15:01:41.345" v="103" actId="21"/>
          <ac:spMkLst>
            <pc:docMk/>
            <pc:sldMk cId="175664058" sldId="295"/>
            <ac:spMk id="4" creationId="{B387DE0D-68E8-32AD-3645-4FB9B1325BF4}"/>
          </ac:spMkLst>
        </pc:spChg>
        <pc:spChg chg="add">
          <ac:chgData name="maheshkukanoor0712@outlook.com" userId="970e6c653e0e4a16" providerId="LiveId" clId="{121313F4-4E09-4C3D-B37F-D96995CF5094}" dt="2026-08-13T15:04:10.795" v="154" actId="22"/>
          <ac:spMkLst>
            <pc:docMk/>
            <pc:sldMk cId="175664058" sldId="295"/>
            <ac:spMk id="6" creationId="{D04D4425-3B1E-4222-1B9A-1DDCF27F9EC5}"/>
          </ac:spMkLst>
        </pc:spChg>
        <pc:graphicFrameChg chg="mod modGraphic">
          <ac:chgData name="maheshkukanoor0712@outlook.com" userId="970e6c653e0e4a16" providerId="LiveId" clId="{121313F4-4E09-4C3D-B37F-D96995CF5094}" dt="2026-08-13T15:27:17.992" v="697" actId="1036"/>
          <ac:graphicFrameMkLst>
            <pc:docMk/>
            <pc:sldMk cId="175664058" sldId="295"/>
            <ac:graphicFrameMk id="21" creationId="{C8679796-DB22-B6CF-A46B-5FC249126E47}"/>
          </ac:graphicFrameMkLst>
        </pc:graphicFrameChg>
      </pc:sldChg>
      <pc:sldChg chg="addSp delSp modSp mod">
        <pc:chgData name="maheshkukanoor0712@outlook.com" userId="970e6c653e0e4a16" providerId="LiveId" clId="{121313F4-4E09-4C3D-B37F-D96995CF5094}" dt="2026-08-13T15:10:38.948" v="307" actId="20577"/>
        <pc:sldMkLst>
          <pc:docMk/>
          <pc:sldMk cId="3968763911" sldId="296"/>
        </pc:sldMkLst>
        <pc:spChg chg="del">
          <ac:chgData name="maheshkukanoor0712@outlook.com" userId="970e6c653e0e4a16" providerId="LiveId" clId="{121313F4-4E09-4C3D-B37F-D96995CF5094}" dt="2026-08-13T15:09:14.614" v="266" actId="21"/>
          <ac:spMkLst>
            <pc:docMk/>
            <pc:sldMk cId="3968763911" sldId="296"/>
            <ac:spMk id="3" creationId="{4F001656-E7BD-66A0-DC94-5651D26675C7}"/>
          </ac:spMkLst>
        </pc:spChg>
        <pc:spChg chg="add del mod">
          <ac:chgData name="maheshkukanoor0712@outlook.com" userId="970e6c653e0e4a16" providerId="LiveId" clId="{121313F4-4E09-4C3D-B37F-D96995CF5094}" dt="2026-08-13T15:09:17.284" v="267" actId="21"/>
          <ac:spMkLst>
            <pc:docMk/>
            <pc:sldMk cId="3968763911" sldId="296"/>
            <ac:spMk id="4" creationId="{8EB635A7-3927-B9B2-32B7-BDA2ACFE6CD6}"/>
          </ac:spMkLst>
        </pc:spChg>
        <pc:spChg chg="add">
          <ac:chgData name="maheshkukanoor0712@outlook.com" userId="970e6c653e0e4a16" providerId="LiveId" clId="{121313F4-4E09-4C3D-B37F-D96995CF5094}" dt="2026-08-13T15:09:32.256" v="281" actId="22"/>
          <ac:spMkLst>
            <pc:docMk/>
            <pc:sldMk cId="3968763911" sldId="296"/>
            <ac:spMk id="6" creationId="{B424E1B1-FCD2-5659-1989-21DFAE105A05}"/>
          </ac:spMkLst>
        </pc:spChg>
        <pc:graphicFrameChg chg="mod modGraphic">
          <ac:chgData name="maheshkukanoor0712@outlook.com" userId="970e6c653e0e4a16" providerId="LiveId" clId="{121313F4-4E09-4C3D-B37F-D96995CF5094}" dt="2026-08-13T15:10:38.948" v="307" actId="20577"/>
          <ac:graphicFrameMkLst>
            <pc:docMk/>
            <pc:sldMk cId="3968763911" sldId="296"/>
            <ac:graphicFrameMk id="21" creationId="{C8679796-DB22-B6CF-A46B-5FC249126E47}"/>
          </ac:graphicFrameMkLst>
        </pc:graphicFrameChg>
      </pc:sldChg>
      <pc:sldChg chg="addSp delSp modSp mod">
        <pc:chgData name="maheshkukanoor0712@outlook.com" userId="970e6c653e0e4a16" providerId="LiveId" clId="{121313F4-4E09-4C3D-B37F-D96995CF5094}" dt="2026-08-13T15:09:04.283" v="265" actId="1036"/>
        <pc:sldMkLst>
          <pc:docMk/>
          <pc:sldMk cId="2310642714" sldId="297"/>
        </pc:sldMkLst>
        <pc:spChg chg="del">
          <ac:chgData name="maheshkukanoor0712@outlook.com" userId="970e6c653e0e4a16" providerId="LiveId" clId="{121313F4-4E09-4C3D-B37F-D96995CF5094}" dt="2026-08-13T15:04:18.772" v="155" actId="21"/>
          <ac:spMkLst>
            <pc:docMk/>
            <pc:sldMk cId="2310642714" sldId="297"/>
            <ac:spMk id="3" creationId="{4F001656-E7BD-66A0-DC94-5651D26675C7}"/>
          </ac:spMkLst>
        </pc:spChg>
        <pc:spChg chg="add del mod">
          <ac:chgData name="maheshkukanoor0712@outlook.com" userId="970e6c653e0e4a16" providerId="LiveId" clId="{121313F4-4E09-4C3D-B37F-D96995CF5094}" dt="2026-08-13T15:04:26.090" v="156" actId="21"/>
          <ac:spMkLst>
            <pc:docMk/>
            <pc:sldMk cId="2310642714" sldId="297"/>
            <ac:spMk id="4" creationId="{C5901B30-218E-6684-1D9A-607FB57EAD51}"/>
          </ac:spMkLst>
        </pc:spChg>
        <pc:spChg chg="add">
          <ac:chgData name="maheshkukanoor0712@outlook.com" userId="970e6c653e0e4a16" providerId="LiveId" clId="{121313F4-4E09-4C3D-B37F-D96995CF5094}" dt="2026-08-13T15:05:41.381" v="183" actId="22"/>
          <ac:spMkLst>
            <pc:docMk/>
            <pc:sldMk cId="2310642714" sldId="297"/>
            <ac:spMk id="6" creationId="{175179D7-9256-73DB-88C5-7E16780A444C}"/>
          </ac:spMkLst>
        </pc:spChg>
        <pc:graphicFrameChg chg="mod modGraphic">
          <ac:chgData name="maheshkukanoor0712@outlook.com" userId="970e6c653e0e4a16" providerId="LiveId" clId="{121313F4-4E09-4C3D-B37F-D96995CF5094}" dt="2026-08-13T15:09:04.283" v="265" actId="1036"/>
          <ac:graphicFrameMkLst>
            <pc:docMk/>
            <pc:sldMk cId="2310642714" sldId="297"/>
            <ac:graphicFrameMk id="21" creationId="{C8679796-DB22-B6CF-A46B-5FC249126E47}"/>
          </ac:graphicFrameMkLst>
        </pc:graphicFrameChg>
      </pc:sldChg>
      <pc:sldChg chg="addSp delSp modSp mod">
        <pc:chgData name="maheshkukanoor0712@outlook.com" userId="970e6c653e0e4a16" providerId="LiveId" clId="{121313F4-4E09-4C3D-B37F-D96995CF5094}" dt="2026-08-13T15:07:26.807" v="228" actId="20577"/>
        <pc:sldMkLst>
          <pc:docMk/>
          <pc:sldMk cId="2063759124" sldId="298"/>
        </pc:sldMkLst>
        <pc:spChg chg="del">
          <ac:chgData name="maheshkukanoor0712@outlook.com" userId="970e6c653e0e4a16" providerId="LiveId" clId="{121313F4-4E09-4C3D-B37F-D96995CF5094}" dt="2026-08-13T15:06:25.512" v="202" actId="21"/>
          <ac:spMkLst>
            <pc:docMk/>
            <pc:sldMk cId="2063759124" sldId="298"/>
            <ac:spMk id="3" creationId="{64F63F8F-E59A-F415-030E-0BF12FE1E06B}"/>
          </ac:spMkLst>
        </pc:spChg>
        <pc:spChg chg="add del mod">
          <ac:chgData name="maheshkukanoor0712@outlook.com" userId="970e6c653e0e4a16" providerId="LiveId" clId="{121313F4-4E09-4C3D-B37F-D96995CF5094}" dt="2026-08-13T15:06:28.481" v="203" actId="21"/>
          <ac:spMkLst>
            <pc:docMk/>
            <pc:sldMk cId="2063759124" sldId="298"/>
            <ac:spMk id="4" creationId="{B2D962E4-EDBF-CCDE-893C-3968A92A42A3}"/>
          </ac:spMkLst>
        </pc:spChg>
        <pc:spChg chg="add">
          <ac:chgData name="maheshkukanoor0712@outlook.com" userId="970e6c653e0e4a16" providerId="LiveId" clId="{121313F4-4E09-4C3D-B37F-D96995CF5094}" dt="2026-08-13T15:06:43.971" v="210" actId="22"/>
          <ac:spMkLst>
            <pc:docMk/>
            <pc:sldMk cId="2063759124" sldId="298"/>
            <ac:spMk id="6" creationId="{ADEBE4CE-AFA2-9046-44BF-ABDBCC451334}"/>
          </ac:spMkLst>
        </pc:spChg>
        <pc:graphicFrameChg chg="mod modGraphic">
          <ac:chgData name="maheshkukanoor0712@outlook.com" userId="970e6c653e0e4a16" providerId="LiveId" clId="{121313F4-4E09-4C3D-B37F-D96995CF5094}" dt="2026-08-13T15:07:26.807" v="228" actId="20577"/>
          <ac:graphicFrameMkLst>
            <pc:docMk/>
            <pc:sldMk cId="2063759124" sldId="298"/>
            <ac:graphicFrameMk id="21" creationId="{0F812E89-4BE8-CBC4-527F-1DB0FA38EE33}"/>
          </ac:graphicFrameMkLst>
        </pc:graphicFrameChg>
      </pc:sldChg>
      <pc:sldChg chg="addSp delSp modSp del mod">
        <pc:chgData name="maheshkukanoor0712@outlook.com" userId="970e6c653e0e4a16" providerId="LiveId" clId="{121313F4-4E09-4C3D-B37F-D96995CF5094}" dt="2026-08-13T15:19:11.464" v="477" actId="2696"/>
        <pc:sldMkLst>
          <pc:docMk/>
          <pc:sldMk cId="4282481673" sldId="300"/>
        </pc:sldMkLst>
        <pc:graphicFrameChg chg="del">
          <ac:chgData name="maheshkukanoor0712@outlook.com" userId="970e6c653e0e4a16" providerId="LiveId" clId="{121313F4-4E09-4C3D-B37F-D96995CF5094}" dt="2026-08-13T15:14:36.967" v="384" actId="21"/>
          <ac:graphicFrameMkLst>
            <pc:docMk/>
            <pc:sldMk cId="4282481673" sldId="300"/>
            <ac:graphicFrameMk id="4" creationId="{42643B24-184B-F021-D169-5ED38C6D93DF}"/>
          </ac:graphicFrameMkLst>
        </pc:graphicFrameChg>
        <pc:picChg chg="del">
          <ac:chgData name="maheshkukanoor0712@outlook.com" userId="970e6c653e0e4a16" providerId="LiveId" clId="{121313F4-4E09-4C3D-B37F-D96995CF5094}" dt="2026-08-13T15:13:04.365" v="369" actId="478"/>
          <ac:picMkLst>
            <pc:docMk/>
            <pc:sldMk cId="4282481673" sldId="300"/>
            <ac:picMk id="6" creationId="{5628755F-0EFA-A329-F383-D8C8311B0937}"/>
          </ac:picMkLst>
        </pc:picChg>
        <pc:picChg chg="add mod">
          <ac:chgData name="maheshkukanoor0712@outlook.com" userId="970e6c653e0e4a16" providerId="LiveId" clId="{121313F4-4E09-4C3D-B37F-D96995CF5094}" dt="2026-08-13T15:14:46.457" v="386" actId="1076"/>
          <ac:picMkLst>
            <pc:docMk/>
            <pc:sldMk cId="4282481673" sldId="300"/>
            <ac:picMk id="7" creationId="{859FC49F-B78F-78B3-297F-B1AA616E3785}"/>
          </ac:picMkLst>
        </pc:picChg>
        <pc:picChg chg="del">
          <ac:chgData name="maheshkukanoor0712@outlook.com" userId="970e6c653e0e4a16" providerId="LiveId" clId="{121313F4-4E09-4C3D-B37F-D96995CF5094}" dt="2026-08-13T15:14:04.827" v="377" actId="478"/>
          <ac:picMkLst>
            <pc:docMk/>
            <pc:sldMk cId="4282481673" sldId="300"/>
            <ac:picMk id="12" creationId="{B73E59F8-A2BD-03CF-DE1E-B2E5AC630CCE}"/>
          </ac:picMkLst>
        </pc:picChg>
      </pc:sldChg>
      <pc:sldChg chg="modSp mod">
        <pc:chgData name="maheshkukanoor0712@outlook.com" userId="970e6c653e0e4a16" providerId="LiveId" clId="{121313F4-4E09-4C3D-B37F-D96995CF5094}" dt="2026-08-13T15:12:43.723" v="368" actId="20577"/>
        <pc:sldMkLst>
          <pc:docMk/>
          <pc:sldMk cId="1110204496" sldId="301"/>
        </pc:sldMkLst>
        <pc:spChg chg="mod">
          <ac:chgData name="maheshkukanoor0712@outlook.com" userId="970e6c653e0e4a16" providerId="LiveId" clId="{121313F4-4E09-4C3D-B37F-D96995CF5094}" dt="2026-08-13T15:12:43.723" v="368" actId="20577"/>
          <ac:spMkLst>
            <pc:docMk/>
            <pc:sldMk cId="1110204496" sldId="301"/>
            <ac:spMk id="3" creationId="{F37960FF-208E-D745-6D90-5CC4854F1AB4}"/>
          </ac:spMkLst>
        </pc:spChg>
      </pc:sldChg>
      <pc:sldChg chg="addSp delSp modSp mod">
        <pc:chgData name="maheshkukanoor0712@outlook.com" userId="970e6c653e0e4a16" providerId="LiveId" clId="{121313F4-4E09-4C3D-B37F-D96995CF5094}" dt="2026-08-13T16:10:28.455" v="765" actId="20577"/>
        <pc:sldMkLst>
          <pc:docMk/>
          <pc:sldMk cId="33605893" sldId="302"/>
        </pc:sldMkLst>
        <pc:spChg chg="mod">
          <ac:chgData name="maheshkukanoor0712@outlook.com" userId="970e6c653e0e4a16" providerId="LiveId" clId="{121313F4-4E09-4C3D-B37F-D96995CF5094}" dt="2026-08-13T16:05:43.982" v="744" actId="1076"/>
          <ac:spMkLst>
            <pc:docMk/>
            <pc:sldMk cId="33605893" sldId="302"/>
            <ac:spMk id="3" creationId="{99461CFA-5A7A-D109-7C32-6CF38CAFC037}"/>
          </ac:spMkLst>
        </pc:spChg>
        <pc:spChg chg="mod">
          <ac:chgData name="maheshkukanoor0712@outlook.com" userId="970e6c653e0e4a16" providerId="LiveId" clId="{121313F4-4E09-4C3D-B37F-D96995CF5094}" dt="2026-08-13T16:10:28.455" v="765" actId="20577"/>
          <ac:spMkLst>
            <pc:docMk/>
            <pc:sldMk cId="33605893" sldId="302"/>
            <ac:spMk id="6" creationId="{869B0BFA-485F-5F94-B3B4-2E19FF8D9290}"/>
          </ac:spMkLst>
        </pc:spChg>
        <pc:picChg chg="add mod">
          <ac:chgData name="maheshkukanoor0712@outlook.com" userId="970e6c653e0e4a16" providerId="LiveId" clId="{121313F4-4E09-4C3D-B37F-D96995CF5094}" dt="2026-08-13T16:09:52.310" v="757" actId="1076"/>
          <ac:picMkLst>
            <pc:docMk/>
            <pc:sldMk cId="33605893" sldId="302"/>
            <ac:picMk id="5" creationId="{973EE3F4-80E2-B6BC-A854-6546EA18CFDF}"/>
          </ac:picMkLst>
        </pc:picChg>
        <pc:picChg chg="del">
          <ac:chgData name="maheshkukanoor0712@outlook.com" userId="970e6c653e0e4a16" providerId="LiveId" clId="{121313F4-4E09-4C3D-B37F-D96995CF5094}" dt="2026-08-13T15:24:56.658" v="690" actId="21"/>
          <ac:picMkLst>
            <pc:docMk/>
            <pc:sldMk cId="33605893" sldId="302"/>
            <ac:picMk id="8" creationId="{E190C79F-F648-5B0C-43CD-DE61D49F41C9}"/>
          </ac:picMkLst>
        </pc:picChg>
      </pc:sldChg>
      <pc:sldChg chg="addSp delSp modSp new mod">
        <pc:chgData name="maheshkukanoor0712@outlook.com" userId="970e6c653e0e4a16" providerId="LiveId" clId="{121313F4-4E09-4C3D-B37F-D96995CF5094}" dt="2026-08-13T15:24:21.886" v="689" actId="21"/>
        <pc:sldMkLst>
          <pc:docMk/>
          <pc:sldMk cId="673625741" sldId="303"/>
        </pc:sldMkLst>
        <pc:spChg chg="mod">
          <ac:chgData name="maheshkukanoor0712@outlook.com" userId="970e6c653e0e4a16" providerId="LiveId" clId="{121313F4-4E09-4C3D-B37F-D96995CF5094}" dt="2026-08-13T15:18:07.357" v="469" actId="113"/>
          <ac:spMkLst>
            <pc:docMk/>
            <pc:sldMk cId="673625741" sldId="303"/>
            <ac:spMk id="2" creationId="{08BA9313-2BA9-422F-F1AC-326F7E2498BB}"/>
          </ac:spMkLst>
        </pc:spChg>
        <pc:spChg chg="del">
          <ac:chgData name="maheshkukanoor0712@outlook.com" userId="970e6c653e0e4a16" providerId="LiveId" clId="{121313F4-4E09-4C3D-B37F-D96995CF5094}" dt="2026-08-13T15:15:16.226" v="392" actId="21"/>
          <ac:spMkLst>
            <pc:docMk/>
            <pc:sldMk cId="673625741" sldId="303"/>
            <ac:spMk id="3" creationId="{3EA833F5-F8A5-0682-2CD1-F3223260D438}"/>
          </ac:spMkLst>
        </pc:spChg>
        <pc:spChg chg="del">
          <ac:chgData name="maheshkukanoor0712@outlook.com" userId="970e6c653e0e4a16" providerId="LiveId" clId="{121313F4-4E09-4C3D-B37F-D96995CF5094}" dt="2026-08-13T15:15:01.378" v="388" actId="22"/>
          <ac:spMkLst>
            <pc:docMk/>
            <pc:sldMk cId="673625741" sldId="303"/>
            <ac:spMk id="4" creationId="{B210A0C6-2C83-D858-43A8-0DAA4C57C086}"/>
          </ac:spMkLst>
        </pc:spChg>
        <pc:spChg chg="del">
          <ac:chgData name="maheshkukanoor0712@outlook.com" userId="970e6c653e0e4a16" providerId="LiveId" clId="{121313F4-4E09-4C3D-B37F-D96995CF5094}" dt="2026-08-13T15:15:24.850" v="394" actId="21"/>
          <ac:spMkLst>
            <pc:docMk/>
            <pc:sldMk cId="673625741" sldId="303"/>
            <ac:spMk id="5" creationId="{AFA9C2C3-013A-C387-2737-D4E916E87746}"/>
          </ac:spMkLst>
        </pc:spChg>
        <pc:spChg chg="del">
          <ac:chgData name="maheshkukanoor0712@outlook.com" userId="970e6c653e0e4a16" providerId="LiveId" clId="{121313F4-4E09-4C3D-B37F-D96995CF5094}" dt="2026-08-13T15:15:38.044" v="396"/>
          <ac:spMkLst>
            <pc:docMk/>
            <pc:sldMk cId="673625741" sldId="303"/>
            <ac:spMk id="6" creationId="{398060A5-674D-B31C-7C7F-883865C3CD7C}"/>
          </ac:spMkLst>
        </pc:spChg>
        <pc:graphicFrameChg chg="add del">
          <ac:chgData name="maheshkukanoor0712@outlook.com" userId="970e6c653e0e4a16" providerId="LiveId" clId="{121313F4-4E09-4C3D-B37F-D96995CF5094}" dt="2026-08-13T15:16:46.615" v="412" actId="3680"/>
          <ac:graphicFrameMkLst>
            <pc:docMk/>
            <pc:sldMk cId="673625741" sldId="303"/>
            <ac:graphicFrameMk id="12" creationId="{121AC913-E368-0E2D-F81D-C361BADE96D0}"/>
          </ac:graphicFrameMkLst>
        </pc:graphicFrameChg>
        <pc:graphicFrameChg chg="add mod modGraphic">
          <ac:chgData name="maheshkukanoor0712@outlook.com" userId="970e6c653e0e4a16" providerId="LiveId" clId="{121313F4-4E09-4C3D-B37F-D96995CF5094}" dt="2026-08-13T15:23:31.951" v="621" actId="122"/>
          <ac:graphicFrameMkLst>
            <pc:docMk/>
            <pc:sldMk cId="673625741" sldId="303"/>
            <ac:graphicFrameMk id="13" creationId="{9A362FD6-A099-E37C-63A3-A90B89813B50}"/>
          </ac:graphicFrameMkLst>
        </pc:graphicFrameChg>
        <pc:graphicFrameChg chg="add mod modGraphic">
          <ac:chgData name="maheshkukanoor0712@outlook.com" userId="970e6c653e0e4a16" providerId="LiveId" clId="{121313F4-4E09-4C3D-B37F-D96995CF5094}" dt="2026-08-13T15:24:17.534" v="688" actId="122"/>
          <ac:graphicFrameMkLst>
            <pc:docMk/>
            <pc:sldMk cId="673625741" sldId="303"/>
            <ac:graphicFrameMk id="14" creationId="{38FB15F4-D722-C29B-7599-9EF0CF075CE8}"/>
          </ac:graphicFrameMkLst>
        </pc:graphicFrameChg>
        <pc:graphicFrameChg chg="add del mod modGraphic">
          <ac:chgData name="maheshkukanoor0712@outlook.com" userId="970e6c653e0e4a16" providerId="LiveId" clId="{121313F4-4E09-4C3D-B37F-D96995CF5094}" dt="2026-08-13T15:24:21.886" v="689" actId="21"/>
          <ac:graphicFrameMkLst>
            <pc:docMk/>
            <pc:sldMk cId="673625741" sldId="303"/>
            <ac:graphicFrameMk id="15" creationId="{3E766C88-8084-27A0-959B-77B203BFFC1A}"/>
          </ac:graphicFrameMkLst>
        </pc:graphicFrameChg>
        <pc:picChg chg="add mod">
          <ac:chgData name="maheshkukanoor0712@outlook.com" userId="970e6c653e0e4a16" providerId="LiveId" clId="{121313F4-4E09-4C3D-B37F-D96995CF5094}" dt="2026-08-13T15:18:15.137" v="470" actId="14100"/>
          <ac:picMkLst>
            <pc:docMk/>
            <pc:sldMk cId="673625741" sldId="303"/>
            <ac:picMk id="9" creationId="{FE0263DD-5B5E-FE66-7B61-7285328FAF40}"/>
          </ac:picMkLst>
        </pc:picChg>
        <pc:picChg chg="add mod ord">
          <ac:chgData name="maheshkukanoor0712@outlook.com" userId="970e6c653e0e4a16" providerId="LiveId" clId="{121313F4-4E09-4C3D-B37F-D96995CF5094}" dt="2026-08-13T15:16:14.559" v="407" actId="14100"/>
          <ac:picMkLst>
            <pc:docMk/>
            <pc:sldMk cId="673625741" sldId="303"/>
            <ac:picMk id="11" creationId="{CCA29863-2B4E-5C1D-C990-F822E71BAB2F}"/>
          </ac:picMkLst>
        </pc:picChg>
      </pc:sldChg>
      <pc:sldChg chg="new">
        <pc:chgData name="maheshkukanoor0712@outlook.com" userId="970e6c653e0e4a16" providerId="LiveId" clId="{121313F4-4E09-4C3D-B37F-D96995CF5094}" dt="2026-08-13T16:11:01.722" v="766" actId="680"/>
        <pc:sldMkLst>
          <pc:docMk/>
          <pc:sldMk cId="2657646311" sldId="304"/>
        </pc:sldMkLst>
      </pc:sldChg>
      <pc:sldChg chg="addSp delSp modSp new mod ord">
        <pc:chgData name="maheshkukanoor0712@outlook.com" userId="970e6c653e0e4a16" providerId="LiveId" clId="{121313F4-4E09-4C3D-B37F-D96995CF5094}" dt="2026-08-13T16:14:50.876" v="777"/>
        <pc:sldMkLst>
          <pc:docMk/>
          <pc:sldMk cId="2569353085" sldId="305"/>
        </pc:sldMkLst>
        <pc:spChg chg="add del mod">
          <ac:chgData name="maheshkukanoor0712@outlook.com" userId="970e6c653e0e4a16" providerId="LiveId" clId="{121313F4-4E09-4C3D-B37F-D96995CF5094}" dt="2026-08-13T16:14:45.201" v="775"/>
          <ac:spMkLst>
            <pc:docMk/>
            <pc:sldMk cId="2569353085" sldId="305"/>
            <ac:spMk id="3" creationId="{7F81E47A-600E-DB77-6200-1D1169BC0EC9}"/>
          </ac:spMkLst>
        </pc:spChg>
        <pc:picChg chg="add mod">
          <ac:chgData name="maheshkukanoor0712@outlook.com" userId="970e6c653e0e4a16" providerId="LiveId" clId="{121313F4-4E09-4C3D-B37F-D96995CF5094}" dt="2026-08-13T16:14:43.890" v="773" actId="14100"/>
          <ac:picMkLst>
            <pc:docMk/>
            <pc:sldMk cId="2569353085" sldId="305"/>
            <ac:picMk id="5" creationId="{26B0E374-14A3-31CD-59F7-EB99AA5FEC4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r>
              <a:rPr lang="en-US"/>
              <a:t>Department of Aeronautical Engineering</a:t>
            </a:r>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60F91106-9B4D-449E-8B82-B326BF11774F}" type="datetimeFigureOut">
              <a:rPr lang="en-US" smtClean="0"/>
              <a:t>8/13/2026</a:t>
            </a:fld>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8831A2-5D9E-44B3-82EE-13F1A2DA5EA9}" type="slidenum">
              <a:rPr lang="en-US" smtClean="0"/>
              <a:t>‹#›</a:t>
            </a:fld>
            <a:endParaRPr lang="en-US"/>
          </a:p>
        </p:txBody>
      </p:sp>
    </p:spTree>
    <p:extLst>
      <p:ext uri="{BB962C8B-B14F-4D97-AF65-F5344CB8AC3E}">
        <p14:creationId xmlns:p14="http://schemas.microsoft.com/office/powerpoint/2010/main" val="118789484"/>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943100" y="718463"/>
            <a:ext cx="2971800" cy="458788"/>
          </a:xfrm>
          <a:prstGeom prst="rect">
            <a:avLst/>
          </a:prstGeom>
        </p:spPr>
        <p:txBody>
          <a:bodyPr vert="horz" lIns="91440" tIns="45720" rIns="91440" bIns="45720" rtlCol="0"/>
          <a:lstStyle>
            <a:lvl1pPr algn="l">
              <a:defRPr sz="1200"/>
            </a:lvl1pPr>
          </a:lstStyle>
          <a:p>
            <a:r>
              <a:rPr lang="en-US"/>
              <a:t>Department of Aeronautical Engineering</a:t>
            </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4E582-E7CE-40CA-8FF6-B609E1D938D0}" type="slidenum">
              <a:rPr lang="en-US" smtClean="0"/>
              <a:t>‹#›</a:t>
            </a:fld>
            <a:endParaRPr lang="en-US"/>
          </a:p>
        </p:txBody>
      </p:sp>
    </p:spTree>
    <p:extLst>
      <p:ext uri="{BB962C8B-B14F-4D97-AF65-F5344CB8AC3E}">
        <p14:creationId xmlns:p14="http://schemas.microsoft.com/office/powerpoint/2010/main" val="257655223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Department of Aeronautical Engineering</a:t>
            </a:r>
          </a:p>
        </p:txBody>
      </p:sp>
      <p:sp>
        <p:nvSpPr>
          <p:cNvPr id="5" name="Slide Number Placeholder 4"/>
          <p:cNvSpPr>
            <a:spLocks noGrp="1"/>
          </p:cNvSpPr>
          <p:nvPr>
            <p:ph type="sldNum" sz="quarter" idx="11"/>
          </p:nvPr>
        </p:nvSpPr>
        <p:spPr/>
        <p:txBody>
          <a:bodyPr/>
          <a:lstStyle/>
          <a:p>
            <a:fld id="{F044E582-E7CE-40CA-8FF6-B609E1D938D0}" type="slidenum">
              <a:rPr lang="en-US" smtClean="0"/>
              <a:t>1</a:t>
            </a:fld>
            <a:endParaRPr lang="en-US"/>
          </a:p>
        </p:txBody>
      </p:sp>
    </p:spTree>
    <p:extLst>
      <p:ext uri="{BB962C8B-B14F-4D97-AF65-F5344CB8AC3E}">
        <p14:creationId xmlns:p14="http://schemas.microsoft.com/office/powerpoint/2010/main" val="3939329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Department of Aeronautical Engineering</a:t>
            </a:r>
          </a:p>
        </p:txBody>
      </p:sp>
      <p:sp>
        <p:nvSpPr>
          <p:cNvPr id="5" name="Slide Number Placeholder 4"/>
          <p:cNvSpPr>
            <a:spLocks noGrp="1"/>
          </p:cNvSpPr>
          <p:nvPr>
            <p:ph type="sldNum" sz="quarter" idx="11"/>
          </p:nvPr>
        </p:nvSpPr>
        <p:spPr/>
        <p:txBody>
          <a:bodyPr/>
          <a:lstStyle/>
          <a:p>
            <a:fld id="{F044E582-E7CE-40CA-8FF6-B609E1D938D0}" type="slidenum">
              <a:rPr lang="en-US" smtClean="0"/>
              <a:t>5</a:t>
            </a:fld>
            <a:endParaRPr lang="en-US"/>
          </a:p>
        </p:txBody>
      </p:sp>
    </p:spTree>
    <p:extLst>
      <p:ext uri="{BB962C8B-B14F-4D97-AF65-F5344CB8AC3E}">
        <p14:creationId xmlns:p14="http://schemas.microsoft.com/office/powerpoint/2010/main" val="4280754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s-ES" alt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s-ES" altLang="en-US"/>
          </a:p>
        </p:txBody>
      </p:sp>
      <p:sp>
        <p:nvSpPr>
          <p:cNvPr id="6" name="Rectangle 6"/>
          <p:cNvSpPr>
            <a:spLocks noGrp="1" noChangeArrowheads="1"/>
          </p:cNvSpPr>
          <p:nvPr>
            <p:ph type="sldNum" sz="quarter" idx="12"/>
          </p:nvPr>
        </p:nvSpPr>
        <p:spPr>
          <a:ln/>
        </p:spPr>
        <p:txBody>
          <a:bodyPr/>
          <a:lstStyle>
            <a:lvl1pPr>
              <a:defRPr/>
            </a:lvl1pPr>
          </a:lstStyle>
          <a:p>
            <a:pPr>
              <a:defRPr/>
            </a:pPr>
            <a:fld id="{894F07F2-2962-4795-A374-AA2A6F88D049}" type="slidenum">
              <a:rPr lang="es-ES" altLang="en-US"/>
              <a:pPr>
                <a:defRPr/>
              </a:pPr>
              <a:t>‹#›</a:t>
            </a:fld>
            <a:endParaRPr lang="es-ES" altLang="en-US"/>
          </a:p>
        </p:txBody>
      </p:sp>
    </p:spTree>
    <p:extLst>
      <p:ext uri="{BB962C8B-B14F-4D97-AF65-F5344CB8AC3E}">
        <p14:creationId xmlns:p14="http://schemas.microsoft.com/office/powerpoint/2010/main" val="836632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fld id="{842F6E8F-1A60-4250-ACCC-75ABA6585B4A}" type="datetime1">
              <a:rPr lang="en-IN" smtClean="0"/>
              <a:t>13-08-2026</a:t>
            </a:fld>
            <a:endParaRPr lang="en-IN"/>
          </a:p>
        </p:txBody>
      </p:sp>
      <p:sp>
        <p:nvSpPr>
          <p:cNvPr id="6" name="Rectangle 6"/>
          <p:cNvSpPr>
            <a:spLocks noGrp="1" noChangeArrowheads="1"/>
          </p:cNvSpPr>
          <p:nvPr>
            <p:ph type="sldNum" sz="quarter" idx="12"/>
          </p:nvPr>
        </p:nvSpPr>
        <p:spPr>
          <a:ln/>
        </p:spPr>
        <p:txBody>
          <a:bodyPr/>
          <a:lstStyle>
            <a:lvl1pPr>
              <a:defRPr/>
            </a:lvl1pPr>
          </a:lstStyle>
          <a:p>
            <a:fld id="{76242008-1204-4961-B4CB-0F201590C5B7}" type="slidenum">
              <a:rPr lang="en-IN" smtClean="0"/>
              <a:t>‹#›</a:t>
            </a:fld>
            <a:endParaRPr lang="en-IN"/>
          </a:p>
        </p:txBody>
      </p:sp>
    </p:spTree>
    <p:extLst>
      <p:ext uri="{BB962C8B-B14F-4D97-AF65-F5344CB8AC3E}">
        <p14:creationId xmlns:p14="http://schemas.microsoft.com/office/powerpoint/2010/main" val="1690237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fld id="{968CAC19-0068-4262-BF2F-BFBF234F0E47}" type="datetime1">
              <a:rPr lang="en-IN" smtClean="0"/>
              <a:t>13-08-2026</a:t>
            </a:fld>
            <a:endParaRPr lang="en-IN"/>
          </a:p>
        </p:txBody>
      </p:sp>
      <p:sp>
        <p:nvSpPr>
          <p:cNvPr id="6" name="Rectangle 6"/>
          <p:cNvSpPr>
            <a:spLocks noGrp="1" noChangeArrowheads="1"/>
          </p:cNvSpPr>
          <p:nvPr>
            <p:ph type="sldNum" sz="quarter" idx="12"/>
          </p:nvPr>
        </p:nvSpPr>
        <p:spPr>
          <a:ln/>
        </p:spPr>
        <p:txBody>
          <a:bodyPr/>
          <a:lstStyle>
            <a:lvl1pPr>
              <a:defRPr/>
            </a:lvl1pPr>
          </a:lstStyle>
          <a:p>
            <a:fld id="{76242008-1204-4961-B4CB-0F201590C5B7}" type="slidenum">
              <a:rPr lang="en-IN" smtClean="0"/>
              <a:t>‹#›</a:t>
            </a:fld>
            <a:endParaRPr lang="en-IN"/>
          </a:p>
        </p:txBody>
      </p:sp>
    </p:spTree>
    <p:extLst>
      <p:ext uri="{BB962C8B-B14F-4D97-AF65-F5344CB8AC3E}">
        <p14:creationId xmlns:p14="http://schemas.microsoft.com/office/powerpoint/2010/main" val="1770055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p:cNvSpPr>
            <a:spLocks noGrp="1" noChangeArrowheads="1"/>
          </p:cNvSpPr>
          <p:nvPr>
            <p:ph type="dt" sz="half" idx="10"/>
          </p:nvPr>
        </p:nvSpPr>
        <p:spPr>
          <a:ln/>
        </p:spPr>
        <p:txBody>
          <a:bodyPr/>
          <a:lstStyle>
            <a:lvl1pPr>
              <a:defRPr/>
            </a:lvl1pPr>
          </a:lstStyle>
          <a:p>
            <a:fld id="{7531BAD2-69D3-4DA4-809C-EF5AB1A23BAC}" type="datetime1">
              <a:rPr lang="en-IN" smtClean="0"/>
              <a:t>13-08-2026</a:t>
            </a:fld>
            <a:endParaRPr lang="en-IN"/>
          </a:p>
        </p:txBody>
      </p:sp>
      <p:sp>
        <p:nvSpPr>
          <p:cNvPr id="7" name="Rectangle 6"/>
          <p:cNvSpPr>
            <a:spLocks noGrp="1" noChangeArrowheads="1"/>
          </p:cNvSpPr>
          <p:nvPr>
            <p:ph type="sldNum" sz="quarter" idx="12"/>
          </p:nvPr>
        </p:nvSpPr>
        <p:spPr>
          <a:ln/>
        </p:spPr>
        <p:txBody>
          <a:bodyPr/>
          <a:lstStyle>
            <a:lvl1pPr>
              <a:defRPr/>
            </a:lvl1pPr>
          </a:lstStyle>
          <a:p>
            <a:fld id="{76242008-1204-4961-B4CB-0F201590C5B7}" type="slidenum">
              <a:rPr lang="en-IN" smtClean="0"/>
              <a:t>‹#›</a:t>
            </a:fld>
            <a:endParaRPr lang="en-IN"/>
          </a:p>
        </p:txBody>
      </p:sp>
    </p:spTree>
    <p:extLst>
      <p:ext uri="{BB962C8B-B14F-4D97-AF65-F5344CB8AC3E}">
        <p14:creationId xmlns:p14="http://schemas.microsoft.com/office/powerpoint/2010/main" val="1609492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p:cNvSpPr>
            <a:spLocks noGrp="1" noChangeArrowheads="1"/>
          </p:cNvSpPr>
          <p:nvPr>
            <p:ph type="dt" sz="half" idx="10"/>
          </p:nvPr>
        </p:nvSpPr>
        <p:spPr>
          <a:ln/>
        </p:spPr>
        <p:txBody>
          <a:bodyPr/>
          <a:lstStyle>
            <a:lvl1pPr>
              <a:defRPr/>
            </a:lvl1pPr>
          </a:lstStyle>
          <a:p>
            <a:fld id="{F5FD2A87-318A-42CD-A8A9-8EF6987203C3}" type="datetime1">
              <a:rPr lang="en-IN" smtClean="0"/>
              <a:t>13-08-2026</a:t>
            </a:fld>
            <a:endParaRPr lang="en-IN"/>
          </a:p>
        </p:txBody>
      </p:sp>
      <p:sp>
        <p:nvSpPr>
          <p:cNvPr id="9" name="Rectangle 6"/>
          <p:cNvSpPr>
            <a:spLocks noGrp="1" noChangeArrowheads="1"/>
          </p:cNvSpPr>
          <p:nvPr>
            <p:ph type="sldNum" sz="quarter" idx="12"/>
          </p:nvPr>
        </p:nvSpPr>
        <p:spPr>
          <a:ln/>
        </p:spPr>
        <p:txBody>
          <a:bodyPr/>
          <a:lstStyle>
            <a:lvl1pPr>
              <a:defRPr/>
            </a:lvl1pPr>
          </a:lstStyle>
          <a:p>
            <a:fld id="{76242008-1204-4961-B4CB-0F201590C5B7}" type="slidenum">
              <a:rPr lang="en-IN" smtClean="0"/>
              <a:t>‹#›</a:t>
            </a:fld>
            <a:endParaRPr lang="en-IN"/>
          </a:p>
        </p:txBody>
      </p:sp>
    </p:spTree>
    <p:extLst>
      <p:ext uri="{BB962C8B-B14F-4D97-AF65-F5344CB8AC3E}">
        <p14:creationId xmlns:p14="http://schemas.microsoft.com/office/powerpoint/2010/main" val="3862667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fld id="{0B51444F-F584-4542-84F0-FD76A36EEDA5}" type="datetime1">
              <a:rPr lang="en-IN" smtClean="0"/>
              <a:t>13-08-2026</a:t>
            </a:fld>
            <a:endParaRPr lang="en-IN"/>
          </a:p>
        </p:txBody>
      </p:sp>
      <p:sp>
        <p:nvSpPr>
          <p:cNvPr id="4"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r>
              <a:rPr lang="en-US"/>
              <a:t>East West College of Engineering</a:t>
            </a:r>
            <a:endParaRPr lang="en-IN"/>
          </a:p>
        </p:txBody>
      </p:sp>
      <p:sp>
        <p:nvSpPr>
          <p:cNvPr id="5" name="Rectangle 6"/>
          <p:cNvSpPr>
            <a:spLocks noGrp="1" noChangeArrowheads="1"/>
          </p:cNvSpPr>
          <p:nvPr>
            <p:ph type="sldNum" sz="quarter" idx="12"/>
          </p:nvPr>
        </p:nvSpPr>
        <p:spPr>
          <a:ln/>
        </p:spPr>
        <p:txBody>
          <a:bodyPr/>
          <a:lstStyle>
            <a:lvl1pPr>
              <a:defRPr/>
            </a:lvl1pPr>
          </a:lstStyle>
          <a:p>
            <a:fld id="{76242008-1204-4961-B4CB-0F201590C5B7}" type="slidenum">
              <a:rPr lang="en-IN" smtClean="0"/>
              <a:t>‹#›</a:t>
            </a:fld>
            <a:endParaRPr lang="en-IN"/>
          </a:p>
        </p:txBody>
      </p:sp>
    </p:spTree>
    <p:extLst>
      <p:ext uri="{BB962C8B-B14F-4D97-AF65-F5344CB8AC3E}">
        <p14:creationId xmlns:p14="http://schemas.microsoft.com/office/powerpoint/2010/main" val="4244423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975CC850-397E-4F21-B109-BD05CEEB40C3}" type="datetime1">
              <a:rPr lang="en-IN" smtClean="0"/>
              <a:t>13-08-2026</a:t>
            </a:fld>
            <a:endParaRPr lang="en-IN"/>
          </a:p>
        </p:txBody>
      </p:sp>
      <p:sp>
        <p:nvSpPr>
          <p:cNvPr id="4" name="Rectangle 6"/>
          <p:cNvSpPr>
            <a:spLocks noGrp="1" noChangeArrowheads="1"/>
          </p:cNvSpPr>
          <p:nvPr>
            <p:ph type="sldNum" sz="quarter" idx="12"/>
          </p:nvPr>
        </p:nvSpPr>
        <p:spPr>
          <a:ln/>
        </p:spPr>
        <p:txBody>
          <a:bodyPr/>
          <a:lstStyle>
            <a:lvl1pPr>
              <a:defRPr/>
            </a:lvl1pPr>
          </a:lstStyle>
          <a:p>
            <a:fld id="{76242008-1204-4961-B4CB-0F201590C5B7}" type="slidenum">
              <a:rPr lang="en-IN" smtClean="0"/>
              <a:t>‹#›</a:t>
            </a:fld>
            <a:endParaRPr lang="en-IN"/>
          </a:p>
        </p:txBody>
      </p:sp>
    </p:spTree>
    <p:extLst>
      <p:ext uri="{BB962C8B-B14F-4D97-AF65-F5344CB8AC3E}">
        <p14:creationId xmlns:p14="http://schemas.microsoft.com/office/powerpoint/2010/main" val="3797702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fld id="{3B276B70-C756-4300-B84D-6824B3F3FA00}" type="datetime1">
              <a:rPr lang="en-IN" smtClean="0"/>
              <a:t>13-08-2026</a:t>
            </a:fld>
            <a:endParaRPr lang="en-IN"/>
          </a:p>
        </p:txBody>
      </p:sp>
      <p:sp>
        <p:nvSpPr>
          <p:cNvPr id="7" name="Rectangle 6"/>
          <p:cNvSpPr>
            <a:spLocks noGrp="1" noChangeArrowheads="1"/>
          </p:cNvSpPr>
          <p:nvPr>
            <p:ph type="sldNum" sz="quarter" idx="12"/>
          </p:nvPr>
        </p:nvSpPr>
        <p:spPr>
          <a:ln/>
        </p:spPr>
        <p:txBody>
          <a:bodyPr/>
          <a:lstStyle>
            <a:lvl1pPr>
              <a:defRPr/>
            </a:lvl1pPr>
          </a:lstStyle>
          <a:p>
            <a:fld id="{76242008-1204-4961-B4CB-0F201590C5B7}" type="slidenum">
              <a:rPr lang="en-IN" smtClean="0"/>
              <a:t>‹#›</a:t>
            </a:fld>
            <a:endParaRPr lang="en-IN"/>
          </a:p>
        </p:txBody>
      </p:sp>
    </p:spTree>
    <p:extLst>
      <p:ext uri="{BB962C8B-B14F-4D97-AF65-F5344CB8AC3E}">
        <p14:creationId xmlns:p14="http://schemas.microsoft.com/office/powerpoint/2010/main" val="540702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fld id="{5F778DA1-1AA8-4D7D-9CB2-484558089199}" type="datetime1">
              <a:rPr lang="en-IN" smtClean="0"/>
              <a:t>13-08-2026</a:t>
            </a:fld>
            <a:endParaRPr lang="en-IN"/>
          </a:p>
        </p:txBody>
      </p:sp>
      <p:sp>
        <p:nvSpPr>
          <p:cNvPr id="7" name="Rectangle 6"/>
          <p:cNvSpPr>
            <a:spLocks noGrp="1" noChangeArrowheads="1"/>
          </p:cNvSpPr>
          <p:nvPr>
            <p:ph type="sldNum" sz="quarter" idx="12"/>
          </p:nvPr>
        </p:nvSpPr>
        <p:spPr>
          <a:ln/>
        </p:spPr>
        <p:txBody>
          <a:bodyPr/>
          <a:lstStyle>
            <a:lvl1pPr>
              <a:defRPr/>
            </a:lvl1pPr>
          </a:lstStyle>
          <a:p>
            <a:fld id="{76242008-1204-4961-B4CB-0F201590C5B7}" type="slidenum">
              <a:rPr lang="en-IN" smtClean="0"/>
              <a:t>‹#›</a:t>
            </a:fld>
            <a:endParaRPr lang="en-IN"/>
          </a:p>
        </p:txBody>
      </p:sp>
    </p:spTree>
    <p:extLst>
      <p:ext uri="{BB962C8B-B14F-4D97-AF65-F5344CB8AC3E}">
        <p14:creationId xmlns:p14="http://schemas.microsoft.com/office/powerpoint/2010/main" val="992179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fld id="{3D5F1210-3B49-4515-8648-1C66CF285F1E}" type="datetime1">
              <a:rPr lang="en-IN" smtClean="0"/>
              <a:t>13-08-2026</a:t>
            </a:fld>
            <a:endParaRPr lang="en-IN"/>
          </a:p>
        </p:txBody>
      </p:sp>
      <p:sp>
        <p:nvSpPr>
          <p:cNvPr id="6" name="Rectangle 6"/>
          <p:cNvSpPr>
            <a:spLocks noGrp="1" noChangeArrowheads="1"/>
          </p:cNvSpPr>
          <p:nvPr>
            <p:ph type="sldNum" sz="quarter" idx="12"/>
          </p:nvPr>
        </p:nvSpPr>
        <p:spPr>
          <a:ln/>
        </p:spPr>
        <p:txBody>
          <a:bodyPr/>
          <a:lstStyle>
            <a:lvl1pPr>
              <a:defRPr/>
            </a:lvl1pPr>
          </a:lstStyle>
          <a:p>
            <a:fld id="{76242008-1204-4961-B4CB-0F201590C5B7}" type="slidenum">
              <a:rPr lang="en-IN" smtClean="0"/>
              <a:t>‹#›</a:t>
            </a:fld>
            <a:endParaRPr lang="en-IN"/>
          </a:p>
        </p:txBody>
      </p:sp>
    </p:spTree>
    <p:extLst>
      <p:ext uri="{BB962C8B-B14F-4D97-AF65-F5344CB8AC3E}">
        <p14:creationId xmlns:p14="http://schemas.microsoft.com/office/powerpoint/2010/main" val="3259722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fld id="{CF4403D1-73D8-40C8-9974-E090F05F2F4D}" type="datetime1">
              <a:rPr lang="en-IN" smtClean="0"/>
              <a:t>13-08-2026</a:t>
            </a:fld>
            <a:endParaRPr lang="en-IN"/>
          </a:p>
        </p:txBody>
      </p:sp>
      <p:sp>
        <p:nvSpPr>
          <p:cNvPr id="6" name="Rectangle 6"/>
          <p:cNvSpPr>
            <a:spLocks noGrp="1" noChangeArrowheads="1"/>
          </p:cNvSpPr>
          <p:nvPr>
            <p:ph type="sldNum" sz="quarter" idx="12"/>
          </p:nvPr>
        </p:nvSpPr>
        <p:spPr>
          <a:ln/>
        </p:spPr>
        <p:txBody>
          <a:bodyPr/>
          <a:lstStyle>
            <a:lvl1pPr>
              <a:defRPr/>
            </a:lvl1pPr>
          </a:lstStyle>
          <a:p>
            <a:fld id="{76242008-1204-4961-B4CB-0F201590C5B7}" type="slidenum">
              <a:rPr lang="en-IN" smtClean="0"/>
              <a:t>‹#›</a:t>
            </a:fld>
            <a:endParaRPr lang="en-IN"/>
          </a:p>
        </p:txBody>
      </p:sp>
    </p:spTree>
    <p:extLst>
      <p:ext uri="{BB962C8B-B14F-4D97-AF65-F5344CB8AC3E}">
        <p14:creationId xmlns:p14="http://schemas.microsoft.com/office/powerpoint/2010/main" val="1592847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000">
              <a:schemeClr val="accent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en-US"/>
              <a:t>Haga clic para cambiar el estilo de título	</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en-US"/>
              <a:t>Haga clic para modificar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smtClean="0"/>
            </a:lvl1pPr>
          </a:lstStyle>
          <a:p>
            <a:fld id="{80FE0716-DFA5-4BA9-8741-8388CD695AC6}" type="datetime1">
              <a:rPr lang="en-IN" smtClean="0"/>
              <a:t>13-08-2026</a:t>
            </a:fld>
            <a:endParaRPr lang="en-IN"/>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fld id="{76242008-1204-4961-B4CB-0F201590C5B7}" type="slidenum">
              <a:rPr lang="en-IN" smtClean="0"/>
              <a:t>‹#›</a:t>
            </a:fld>
            <a:endParaRPr lang="en-IN"/>
          </a:p>
        </p:txBody>
      </p:sp>
      <p:sp>
        <p:nvSpPr>
          <p:cNvPr id="2" name="Footer Placeholder 1"/>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Tree>
    <p:extLst>
      <p:ext uri="{BB962C8B-B14F-4D97-AF65-F5344CB8AC3E}">
        <p14:creationId xmlns:p14="http://schemas.microsoft.com/office/powerpoint/2010/main" val="9216213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9" userDrawn="1">
          <p15:clr>
            <a:srgbClr val="F26B43"/>
          </p15:clr>
        </p15:guide>
        <p15:guide id="2" pos="14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1E7DA5-E4CC-46E4-B65F-1ABE3FF5DD5A}"/>
              </a:ext>
            </a:extLst>
          </p:cNvPr>
          <p:cNvSpPr/>
          <p:nvPr/>
        </p:nvSpPr>
        <p:spPr>
          <a:xfrm>
            <a:off x="1320392" y="49553"/>
            <a:ext cx="9551212" cy="923330"/>
          </a:xfrm>
          <a:prstGeom prst="rect">
            <a:avLst/>
          </a:prstGeom>
        </p:spPr>
        <p:txBody>
          <a:bodyPr wrap="square">
            <a:spAutoFit/>
          </a:bodyPr>
          <a:lstStyle/>
          <a:p>
            <a:pPr algn="ctr"/>
            <a:r>
              <a:rPr lang="en-US" sz="5400" b="1" dirty="0">
                <a:ln w="0"/>
                <a:effectLst>
                  <a:outerShdw blurRad="38100" dist="19050" dir="2700000" algn="tl" rotWithShape="0">
                    <a:schemeClr val="dk1">
                      <a:alpha val="40000"/>
                    </a:schemeClr>
                  </a:outerShdw>
                </a:effectLst>
                <a:latin typeface="Mongolian Baiti" panose="03000500000000000000" pitchFamily="66" charset="0"/>
                <a:ea typeface="Times New Roman" panose="02020603050405020304" pitchFamily="18" charset="0"/>
                <a:cs typeface="Mongolian Baiti" panose="03000500000000000000" pitchFamily="66" charset="0"/>
              </a:rPr>
              <a:t>East West College of Engineering</a:t>
            </a:r>
            <a:endParaRPr lang="en-IN" sz="5400" b="1" dirty="0">
              <a:ln w="0"/>
              <a:effectLst>
                <a:outerShdw blurRad="38100" dist="19050" dir="2700000" algn="tl" rotWithShape="0">
                  <a:schemeClr val="dk1">
                    <a:alpha val="40000"/>
                  </a:schemeClr>
                </a:outerShdw>
              </a:effectLst>
              <a:latin typeface="Mongolian Baiti" panose="03000500000000000000" pitchFamily="66" charset="0"/>
              <a:ea typeface="Times New Roman" panose="02020603050405020304" pitchFamily="18" charset="0"/>
              <a:cs typeface="Mongolian Baiti" panose="03000500000000000000" pitchFamily="66" charset="0"/>
            </a:endParaRPr>
          </a:p>
        </p:txBody>
      </p:sp>
      <p:sp>
        <p:nvSpPr>
          <p:cNvPr id="6" name="Rectangle 5">
            <a:extLst>
              <a:ext uri="{FF2B5EF4-FFF2-40B4-BE49-F238E27FC236}">
                <a16:creationId xmlns:a16="http://schemas.microsoft.com/office/drawing/2014/main" id="{1191B534-BBEC-42FD-877E-130A0357D427}"/>
              </a:ext>
            </a:extLst>
          </p:cNvPr>
          <p:cNvSpPr/>
          <p:nvPr/>
        </p:nvSpPr>
        <p:spPr>
          <a:xfrm>
            <a:off x="3000457" y="1205106"/>
            <a:ext cx="6096000" cy="1118768"/>
          </a:xfrm>
          <a:prstGeom prst="rect">
            <a:avLst/>
          </a:prstGeom>
        </p:spPr>
        <p:txBody>
          <a:bodyPr>
            <a:spAutoFit/>
          </a:bodyPr>
          <a:lstStyle/>
          <a:p>
            <a:pPr algn="ctr">
              <a:lnSpc>
                <a:spcPct val="115000"/>
              </a:lnSpc>
            </a:pPr>
            <a:r>
              <a:rPr 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BACHELOR OF ENGINEERING</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15000"/>
              </a:lnSpc>
            </a:pPr>
            <a:r>
              <a:rPr 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15000"/>
              </a:lnSpc>
            </a:pPr>
            <a:r>
              <a:rPr 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AERONAUTICAL ENGINEERING</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45AB539-D4B9-4D7A-B9A8-46ACF92E0378}"/>
              </a:ext>
            </a:extLst>
          </p:cNvPr>
          <p:cNvSpPr/>
          <p:nvPr/>
        </p:nvSpPr>
        <p:spPr>
          <a:xfrm>
            <a:off x="394051" y="2297031"/>
            <a:ext cx="11308811" cy="2714846"/>
          </a:xfrm>
          <a:prstGeom prst="rect">
            <a:avLst/>
          </a:prstGeom>
        </p:spPr>
        <p:txBody>
          <a:bodyPr wrap="square">
            <a:spAutoFit/>
          </a:bodyPr>
          <a:lstStyle/>
          <a:p>
            <a:pPr algn="ctr">
              <a:lnSpc>
                <a:spcPct val="150000"/>
              </a:lnSpc>
            </a:pPr>
            <a:r>
              <a:rPr lang="en-US" b="1" i="1" u="sng"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SECOND REVIEW</a:t>
            </a:r>
          </a:p>
          <a:p>
            <a:pPr algn="ctr">
              <a:lnSpc>
                <a:spcPct val="150000"/>
              </a:lnSpc>
            </a:pPr>
            <a:r>
              <a:rPr lang="en-US" b="1"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Subject Code: BAE785</a:t>
            </a:r>
          </a:p>
          <a:p>
            <a:pPr algn="ctr">
              <a:lnSpc>
                <a:spcPct val="150000"/>
              </a:lnSpc>
            </a:pPr>
            <a:r>
              <a:rPr lang="en-US" b="1"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14/08/2026</a:t>
            </a:r>
          </a:p>
          <a:p>
            <a:pPr algn="ctr">
              <a:lnSpc>
                <a:spcPct val="115000"/>
              </a:lnSpc>
            </a:pPr>
            <a:r>
              <a:rPr lang="en-US" sz="2400" b="1" dirty="0">
                <a:latin typeface="Times New Roman" panose="02020603050405020304" pitchFamily="18" charset="0"/>
                <a:cs typeface="Times New Roman" panose="02020603050405020304" pitchFamily="18" charset="0"/>
              </a:rPr>
              <a:t>“Buckling Optimization of Stiffened Rocket Launch Vehicle Cylindrical Structures Considering Imperfection Sensitivity and Knockdown Factors</a:t>
            </a:r>
            <a:r>
              <a:rPr lang="en-US" sz="2800" b="1"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a:p>
            <a:pPr algn="ctr">
              <a:lnSpc>
                <a:spcPct val="115000"/>
              </a:lnSpc>
            </a:pPr>
            <a:endParaRPr lang="en-IN" sz="2800" u="sng"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F1A7508-3DA3-4164-AEF8-8B8EED8404A7}"/>
              </a:ext>
            </a:extLst>
          </p:cNvPr>
          <p:cNvSpPr txBox="1"/>
          <p:nvPr/>
        </p:nvSpPr>
        <p:spPr>
          <a:xfrm>
            <a:off x="7410734" y="4648584"/>
            <a:ext cx="4292128" cy="1754326"/>
          </a:xfrm>
          <a:prstGeom prst="rect">
            <a:avLst/>
          </a:prstGeom>
          <a:noFill/>
        </p:spPr>
        <p:txBody>
          <a:bodyPr wrap="square" rtlCol="0">
            <a:spAutoFit/>
          </a:bodyPr>
          <a:lstStyle/>
          <a:p>
            <a:pPr algn="ctr"/>
            <a:r>
              <a:rPr lang="en-US" u="sng" dirty="0">
                <a:latin typeface="Times New Roman" panose="02020603050405020304" pitchFamily="18" charset="0"/>
                <a:cs typeface="Times New Roman" panose="02020603050405020304" pitchFamily="18" charset="0"/>
              </a:rPr>
              <a:t> GUIDE</a:t>
            </a:r>
          </a:p>
          <a:p>
            <a:pPr algn="ctr"/>
            <a:endParaRPr lang="en-US" b="1"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Prof. PRABHU JADHAV </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Department of Aeronautical Engineering</a:t>
            </a:r>
          </a:p>
          <a:p>
            <a:pPr algn="ctr"/>
            <a:r>
              <a:rPr lang="en-US" dirty="0">
                <a:latin typeface="Times New Roman" panose="02020603050405020304" pitchFamily="18" charset="0"/>
                <a:cs typeface="Times New Roman" panose="02020603050405020304" pitchFamily="18" charset="0"/>
              </a:rPr>
              <a:t>East West College of Engineering, Bangalore-64</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5F1A7508-3DA3-4164-AEF8-8B8EED8404A7}"/>
              </a:ext>
            </a:extLst>
          </p:cNvPr>
          <p:cNvSpPr txBox="1"/>
          <p:nvPr/>
        </p:nvSpPr>
        <p:spPr>
          <a:xfrm>
            <a:off x="0" y="4648584"/>
            <a:ext cx="4919301" cy="1754326"/>
          </a:xfrm>
          <a:prstGeom prst="rect">
            <a:avLst/>
          </a:prstGeom>
          <a:noFill/>
        </p:spPr>
        <p:txBody>
          <a:bodyPr wrap="square" rtlCol="0">
            <a:spAutoFit/>
          </a:bodyPr>
          <a:lstStyle/>
          <a:p>
            <a:pPr algn="ctr"/>
            <a:r>
              <a:rPr lang="en-IN" u="sng" dirty="0">
                <a:latin typeface="Times New Roman" panose="02020603050405020304" pitchFamily="18" charset="0"/>
                <a:cs typeface="Times New Roman" panose="02020603050405020304" pitchFamily="18" charset="0"/>
              </a:rPr>
              <a:t>SUBMITTED BY</a:t>
            </a:r>
          </a:p>
          <a:p>
            <a:pPr algn="ctr"/>
            <a:endParaRPr lang="en-IN" dirty="0"/>
          </a:p>
          <a:p>
            <a:pPr algn="ctr"/>
            <a:r>
              <a:rPr lang="en-IN" dirty="0">
                <a:latin typeface="Times New Roman" panose="02020603050405020304" pitchFamily="18" charset="0"/>
                <a:cs typeface="Times New Roman" panose="02020603050405020304" pitchFamily="18" charset="0"/>
              </a:rPr>
              <a:t>K MAHESH                    1EE23AE015</a:t>
            </a:r>
          </a:p>
          <a:p>
            <a:pPr algn="ctr"/>
            <a:r>
              <a:rPr lang="en-IN" dirty="0">
                <a:latin typeface="Times New Roman" panose="02020603050405020304" pitchFamily="18" charset="0"/>
                <a:cs typeface="Times New Roman" panose="02020603050405020304" pitchFamily="18" charset="0"/>
              </a:rPr>
              <a:t>LOHITH KUMAR C S   1EE23AE021</a:t>
            </a:r>
          </a:p>
          <a:p>
            <a:pPr algn="ctr"/>
            <a:r>
              <a:rPr lang="en-IN" dirty="0">
                <a:latin typeface="Times New Roman" panose="02020603050405020304" pitchFamily="18" charset="0"/>
                <a:cs typeface="Times New Roman" panose="02020603050405020304" pitchFamily="18" charset="0"/>
              </a:rPr>
              <a:t>NAVEEN H                     1EE23AE030</a:t>
            </a:r>
          </a:p>
          <a:p>
            <a:pPr algn="ctr"/>
            <a:r>
              <a:rPr lang="en-IN" dirty="0">
                <a:latin typeface="Times New Roman" panose="02020603050405020304" pitchFamily="18" charset="0"/>
                <a:cs typeface="Times New Roman" panose="02020603050405020304" pitchFamily="18" charset="0"/>
              </a:rPr>
              <a:t>PRAJWAL D T                1EE23AE036</a:t>
            </a:r>
          </a:p>
        </p:txBody>
      </p:sp>
      <p:sp>
        <p:nvSpPr>
          <p:cNvPr id="10" name="Title 1"/>
          <p:cNvSpPr txBox="1">
            <a:spLocks/>
          </p:cNvSpPr>
          <p:nvPr/>
        </p:nvSpPr>
        <p:spPr>
          <a:xfrm>
            <a:off x="1415474" y="587179"/>
            <a:ext cx="9361047" cy="742565"/>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IN" sz="1100" dirty="0">
                <a:ln w="0"/>
                <a:solidFill>
                  <a:srgbClr val="C0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Approved by AICTE, New Delhi, Affiliated to Visvesvaraya Technological University, Belagavi, Recognized by Government of Karnataka ]</a:t>
            </a:r>
            <a:br>
              <a:rPr lang="en-IN" sz="1100" dirty="0">
                <a:ln w="0"/>
                <a:solidFill>
                  <a:srgbClr val="C0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br>
            <a:endParaRPr lang="en-IN" sz="1100" dirty="0">
              <a:ln w="0"/>
              <a:solidFill>
                <a:srgbClr val="C0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62045" y="49553"/>
            <a:ext cx="1353429" cy="1463167"/>
          </a:xfrm>
          <a:prstGeom prst="rect">
            <a:avLst/>
          </a:prstGeom>
        </p:spPr>
      </p:pic>
      <p:pic>
        <p:nvPicPr>
          <p:cNvPr id="3" name="Picture 2"/>
          <p:cNvPicPr>
            <a:picLocks noChangeAspect="1"/>
          </p:cNvPicPr>
          <p:nvPr/>
        </p:nvPicPr>
        <p:blipFill>
          <a:blip r:embed="rId4"/>
          <a:stretch>
            <a:fillRect/>
          </a:stretch>
        </p:blipFill>
        <p:spPr>
          <a:xfrm>
            <a:off x="10776521" y="-47991"/>
            <a:ext cx="1499746" cy="1560711"/>
          </a:xfrm>
          <a:prstGeom prst="rect">
            <a:avLst/>
          </a:prstGeom>
        </p:spPr>
      </p:pic>
    </p:spTree>
    <p:extLst>
      <p:ext uri="{BB962C8B-B14F-4D97-AF65-F5344CB8AC3E}">
        <p14:creationId xmlns:p14="http://schemas.microsoft.com/office/powerpoint/2010/main" val="1236449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Contents </a:t>
            </a: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Second Review</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Abstract</a:t>
            </a:r>
          </a:p>
          <a:p>
            <a:pPr>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Objectives</a:t>
            </a:r>
          </a:p>
          <a:p>
            <a:pPr>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Literature Survey</a:t>
            </a:r>
          </a:p>
          <a:p>
            <a:pPr>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Methodology</a:t>
            </a:r>
          </a:p>
          <a:p>
            <a:pPr>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Design of the model</a:t>
            </a:r>
          </a:p>
          <a:p>
            <a:pPr>
              <a:buFont typeface="Wingdings" panose="05000000000000000000" pitchFamily="2" charset="2"/>
              <a:buChar char="v"/>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242008-1204-4961-B4CB-0F201590C5B7}" type="slidenum">
              <a:rPr lang="en-IN" smtClean="0"/>
              <a:t>2</a:t>
            </a:fld>
            <a:endParaRPr lang="en-IN"/>
          </a:p>
        </p:txBody>
      </p:sp>
    </p:spTree>
    <p:extLst>
      <p:ext uri="{BB962C8B-B14F-4D97-AF65-F5344CB8AC3E}">
        <p14:creationId xmlns:p14="http://schemas.microsoft.com/office/powerpoint/2010/main" val="4155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E60450-776B-6ED8-D679-F4E97C3E4DEE}"/>
              </a:ext>
            </a:extLst>
          </p:cNvPr>
          <p:cNvSpPr>
            <a:spLocks noGrp="1"/>
          </p:cNvSpPr>
          <p:nvPr>
            <p:ph type="sldNum" sz="quarter" idx="12"/>
          </p:nvPr>
        </p:nvSpPr>
        <p:spPr/>
        <p:txBody>
          <a:bodyPr/>
          <a:lstStyle/>
          <a:p>
            <a:fld id="{76242008-1204-4961-B4CB-0F201590C5B7}" type="slidenum">
              <a:rPr lang="en-IN" smtClean="0"/>
              <a:t>3</a:t>
            </a:fld>
            <a:endParaRPr lang="en-IN"/>
          </a:p>
        </p:txBody>
      </p:sp>
      <p:sp>
        <p:nvSpPr>
          <p:cNvPr id="2" name="TextBox 1">
            <a:extLst>
              <a:ext uri="{FF2B5EF4-FFF2-40B4-BE49-F238E27FC236}">
                <a16:creationId xmlns:a16="http://schemas.microsoft.com/office/drawing/2014/main" id="{D8748C67-2ABA-1B16-3965-23789BEF2D7B}"/>
              </a:ext>
            </a:extLst>
          </p:cNvPr>
          <p:cNvSpPr txBox="1"/>
          <p:nvPr/>
        </p:nvSpPr>
        <p:spPr>
          <a:xfrm>
            <a:off x="609600" y="1124631"/>
            <a:ext cx="10972800" cy="604780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Rocket structures are designed to be extremely lightweight to maximize payload efficiency. This makes their cylindrical shells thin-walled and highly susceptible to buckling under compressive loads. Even small imperfections from manufacturing or assembly can drastically reduce their load-carrying capacity.</a:t>
            </a:r>
          </a:p>
          <a:p>
            <a:pPr algn="just">
              <a:lnSpc>
                <a:spcPct val="150000"/>
              </a:lnSpc>
            </a:pPr>
            <a:r>
              <a:rPr lang="en-US" altLang="en-US" dirty="0">
                <a:latin typeface="Times New Roman" panose="02020603050405020304" pitchFamily="18" charset="0"/>
                <a:cs typeface="Times New Roman" panose="02020603050405020304" pitchFamily="18" charset="0"/>
              </a:rPr>
              <a:t>Classical shell theory predicts high buckling loads for perfect cylinders, but real-world rockets rarely achieve these values. Imperfections such as weld seams, thickness variations, and residual stresses lower the actual buckling strength. To ensure safety, engineers apply </a:t>
            </a:r>
            <a:r>
              <a:rPr lang="en-US" altLang="en-US" b="1" dirty="0">
                <a:latin typeface="Times New Roman" panose="02020603050405020304" pitchFamily="18" charset="0"/>
                <a:cs typeface="Times New Roman" panose="02020603050405020304" pitchFamily="18" charset="0"/>
              </a:rPr>
              <a:t>knockdown factors (KDFs)</a:t>
            </a:r>
            <a:r>
              <a:rPr lang="en-US" altLang="en-US" dirty="0">
                <a:latin typeface="Times New Roman" panose="02020603050405020304" pitchFamily="18" charset="0"/>
                <a:cs typeface="Times New Roman" panose="02020603050405020304" pitchFamily="18" charset="0"/>
              </a:rPr>
              <a:t>—conservative margins that reduce theoretical loads to practical design values. </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By studying imperfection sensitivity and refining knockdown factors, engineers can design rocket cylinders that are both safe and lighter. This optimization reduces unnecessary structural mass, increases payload capacity, and improves overall launch vehicle performance.</a:t>
            </a:r>
          </a:p>
          <a:p>
            <a:pPr algn="just">
              <a:lnSpc>
                <a:spcPct val="150000"/>
              </a:lnSpc>
            </a:pPr>
            <a:r>
              <a:rPr lang="en-US" altLang="en-US" dirty="0">
                <a:latin typeface="Times New Roman" panose="02020603050405020304" pitchFamily="18" charset="0"/>
                <a:cs typeface="Times New Roman" panose="02020603050405020304" pitchFamily="18" charset="0"/>
              </a:rPr>
              <a:t>This project explores how considering imperfections and applying modernized knockdown factors can </a:t>
            </a:r>
            <a:r>
              <a:rPr lang="en-US" altLang="en-US" b="1" dirty="0">
                <a:latin typeface="Times New Roman" panose="02020603050405020304" pitchFamily="18" charset="0"/>
                <a:cs typeface="Times New Roman" panose="02020603050405020304" pitchFamily="18" charset="0"/>
              </a:rPr>
              <a:t>increase buckling resistance</a:t>
            </a:r>
            <a:r>
              <a:rPr lang="en-US" altLang="en-US" dirty="0">
                <a:latin typeface="Times New Roman" panose="02020603050405020304" pitchFamily="18" charset="0"/>
                <a:cs typeface="Times New Roman" panose="02020603050405020304" pitchFamily="18" charset="0"/>
              </a:rPr>
              <a:t> in rocket cylinders. The goal is to bridge the gap between theory and practice, enabling the next generation of rockets to be </a:t>
            </a:r>
            <a:r>
              <a:rPr lang="en-US" altLang="en-US" b="1" dirty="0">
                <a:latin typeface="Times New Roman" panose="02020603050405020304" pitchFamily="18" charset="0"/>
                <a:cs typeface="Times New Roman" panose="02020603050405020304" pitchFamily="18" charset="0"/>
              </a:rPr>
              <a:t>stronger, lighter, and more reliable</a:t>
            </a:r>
            <a:r>
              <a:rPr lang="en-US" altLang="en-US" dirty="0">
                <a:latin typeface="Times New Roman" panose="02020603050405020304" pitchFamily="18" charset="0"/>
                <a:cs typeface="Times New Roman" panose="02020603050405020304" pitchFamily="18" charset="0"/>
              </a:rPr>
              <a:t>. </a:t>
            </a:r>
          </a:p>
          <a:p>
            <a:endParaRPr lang="en-US" dirty="0"/>
          </a:p>
          <a:p>
            <a:endParaRPr lang="en-US" dirty="0"/>
          </a:p>
        </p:txBody>
      </p:sp>
      <p:sp>
        <p:nvSpPr>
          <p:cNvPr id="3" name="Title 2">
            <a:extLst>
              <a:ext uri="{FF2B5EF4-FFF2-40B4-BE49-F238E27FC236}">
                <a16:creationId xmlns:a16="http://schemas.microsoft.com/office/drawing/2014/main" id="{8F52CEEA-0BDF-713C-6337-ED4A65B53FBE}"/>
              </a:ext>
            </a:extLst>
          </p:cNvPr>
          <p:cNvSpPr>
            <a:spLocks noGrp="1"/>
          </p:cNvSpPr>
          <p:nvPr>
            <p:ph type="title"/>
          </p:nvPr>
        </p:nvSpPr>
        <p:spPr>
          <a:xfrm>
            <a:off x="609600" y="274638"/>
            <a:ext cx="10972800" cy="849993"/>
          </a:xfrm>
        </p:spPr>
        <p:txBody>
          <a:bodyPr/>
          <a:lstStyle/>
          <a:p>
            <a:r>
              <a:rPr lang="en-US"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3086052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E532A03-59F1-C226-7001-09BCD11B16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6235961" y="1519896"/>
            <a:ext cx="5533959" cy="3257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2D5AEE31-1F2A-CDEA-C574-95651E479155}"/>
              </a:ext>
            </a:extLst>
          </p:cNvPr>
          <p:cNvSpPr>
            <a:spLocks noGrp="1"/>
          </p:cNvSpPr>
          <p:nvPr>
            <p:ph type="sldNum" sz="quarter" idx="12"/>
          </p:nvPr>
        </p:nvSpPr>
        <p:spPr/>
        <p:txBody>
          <a:bodyPr/>
          <a:lstStyle/>
          <a:p>
            <a:fld id="{76242008-1204-4961-B4CB-0F201590C5B7}" type="slidenum">
              <a:rPr lang="en-IN" smtClean="0"/>
              <a:t>4</a:t>
            </a:fld>
            <a:endParaRPr lang="en-IN"/>
          </a:p>
        </p:txBody>
      </p:sp>
      <p:pic>
        <p:nvPicPr>
          <p:cNvPr id="8" name="Picture 7">
            <a:extLst>
              <a:ext uri="{FF2B5EF4-FFF2-40B4-BE49-F238E27FC236}">
                <a16:creationId xmlns:a16="http://schemas.microsoft.com/office/drawing/2014/main" id="{4FB035F1-2613-9798-252F-A3DBE79969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083" y="1519897"/>
            <a:ext cx="5533958" cy="3257717"/>
          </a:xfrm>
          <a:prstGeom prst="rect">
            <a:avLst/>
          </a:prstGeom>
        </p:spPr>
      </p:pic>
      <p:sp>
        <p:nvSpPr>
          <p:cNvPr id="9" name="TextBox 8">
            <a:extLst>
              <a:ext uri="{FF2B5EF4-FFF2-40B4-BE49-F238E27FC236}">
                <a16:creationId xmlns:a16="http://schemas.microsoft.com/office/drawing/2014/main" id="{17EB74CB-AA18-D6D7-A60D-3B2FAAE3422F}"/>
              </a:ext>
            </a:extLst>
          </p:cNvPr>
          <p:cNvSpPr txBox="1"/>
          <p:nvPr/>
        </p:nvSpPr>
        <p:spPr>
          <a:xfrm>
            <a:off x="1678020" y="4962181"/>
            <a:ext cx="389235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Fig:1 ROCKET INTERNAL STRUCTURE</a:t>
            </a:r>
          </a:p>
        </p:txBody>
      </p:sp>
      <p:sp>
        <p:nvSpPr>
          <p:cNvPr id="10" name="TextBox 9">
            <a:extLst>
              <a:ext uri="{FF2B5EF4-FFF2-40B4-BE49-F238E27FC236}">
                <a16:creationId xmlns:a16="http://schemas.microsoft.com/office/drawing/2014/main" id="{16C701CD-F9FC-EBEB-25B7-3178C89D7F42}"/>
              </a:ext>
            </a:extLst>
          </p:cNvPr>
          <p:cNvSpPr txBox="1"/>
          <p:nvPr/>
        </p:nvSpPr>
        <p:spPr>
          <a:xfrm>
            <a:off x="7407093" y="4962181"/>
            <a:ext cx="4274834"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Fig:2 ORTHOGRID INTERNAL STRUCTURE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0134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F5BA8-46F9-4F71-8FA6-2F868D31F131}"/>
              </a:ext>
            </a:extLst>
          </p:cNvPr>
          <p:cNvSpPr>
            <a:spLocks noGrp="1"/>
          </p:cNvSpPr>
          <p:nvPr>
            <p:ph type="ctrTitle"/>
          </p:nvPr>
        </p:nvSpPr>
        <p:spPr>
          <a:xfrm>
            <a:off x="1654665" y="149923"/>
            <a:ext cx="9080391" cy="572453"/>
          </a:xfrm>
        </p:spPr>
        <p:txBody>
          <a:bodyPr>
            <a:normAutofit fontScale="90000"/>
          </a:bodyPr>
          <a:lstStyle/>
          <a:p>
            <a:br>
              <a:rPr lang="en-IN" dirty="0"/>
            </a:br>
            <a:br>
              <a:rPr lang="en-IN" dirty="0"/>
            </a:br>
            <a:br>
              <a:rPr lang="en-IN" dirty="0"/>
            </a:br>
            <a:br>
              <a:rPr lang="en-IN" dirty="0"/>
            </a:br>
            <a:br>
              <a:rPr lang="en-IN" dirty="0"/>
            </a:br>
            <a:r>
              <a:rPr lang="en-US" sz="4000" b="1" dirty="0">
                <a:latin typeface="Times New Roman" panose="02020603050405020304" pitchFamily="18" charset="0"/>
                <a:cs typeface="Times New Roman" panose="02020603050405020304" pitchFamily="18" charset="0"/>
              </a:rPr>
              <a:t>Abstract</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CDD6AC8-6CB9-4E81-9403-A596A5B40F11}"/>
              </a:ext>
            </a:extLst>
          </p:cNvPr>
          <p:cNvSpPr>
            <a:spLocks noGrp="1"/>
          </p:cNvSpPr>
          <p:nvPr>
            <p:ph type="subTitle" idx="1"/>
          </p:nvPr>
        </p:nvSpPr>
        <p:spPr>
          <a:xfrm>
            <a:off x="463296" y="641759"/>
            <a:ext cx="11265408" cy="5742432"/>
          </a:xfrm>
        </p:spPr>
        <p:txBody>
          <a:bodyPr>
            <a:normAutofit fontScale="92500" lnSpcReduction="10000"/>
          </a:bodyPr>
          <a:lstStyle/>
          <a:p>
            <a:pPr algn="just">
              <a:lnSpc>
                <a:spcPct val="160000"/>
              </a:lnSpc>
            </a:pPr>
            <a:r>
              <a:rPr lang="en-US" dirty="0">
                <a:latin typeface="Times New Roman" panose="02020603050405020304" pitchFamily="18" charset="0"/>
                <a:cs typeface="Times New Roman" panose="02020603050405020304" pitchFamily="18" charset="0"/>
              </a:rPr>
              <a:t>	This work presents an integrated approach to the design, structural analysis, and experimental fabrication of pressurized launch vehicle airframes aimed at enhancing buckling resistance and maintaining global structural integrity under combined axial, bending, and internal pressure loads. By using first-order shear deformation theory and nonlinear finite element analysis (FEA), critical buckling modes—including global Euler buckling and pressure-induced wrinkling—which we will systematically evaluate. Our Parametric studies will identify optimal wall thickness distribution ,circular frames, and internal pressurization levels that maximize the buckling load margin while minimizing mass penalty. So, we will be  using composite materials and separate pressurization chamber followed by full scale model analysis using axial compression testing. </a:t>
            </a:r>
          </a:p>
          <a:p>
            <a:pPr algn="just">
              <a:lnSpc>
                <a:spcPct val="160000"/>
              </a:lnSpc>
            </a:pPr>
            <a:r>
              <a:rPr lang="en-US" i="1" dirty="0">
                <a:latin typeface="Times New Roman" panose="02020603050405020304" pitchFamily="18" charset="0"/>
                <a:cs typeface="Times New Roman" panose="02020603050405020304" pitchFamily="18" charset="0"/>
              </a:rPr>
              <a:t>Keywords: Buckling, Pressurization chamber ,Axial compression ,Stiffener grid.</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5881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Times New Roman" pitchFamily="18" charset="0"/>
                <a:cs typeface="Times New Roman" pitchFamily="18" charset="0"/>
              </a:rPr>
              <a:t>Objectives</a:t>
            </a:r>
          </a:p>
        </p:txBody>
      </p:sp>
      <p:sp>
        <p:nvSpPr>
          <p:cNvPr id="3" name="Content Placeholder 2"/>
          <p:cNvSpPr>
            <a:spLocks noGrp="1"/>
          </p:cNvSpPr>
          <p:nvPr>
            <p:ph idx="1"/>
          </p:nvPr>
        </p:nvSpPr>
        <p:spPr/>
        <p:txBody>
          <a:bodyPr/>
          <a:lstStyle/>
          <a:p>
            <a:pPr lvl="1" algn="just">
              <a:lnSpc>
                <a:spcPct val="150000"/>
              </a:lnSpc>
              <a:buFont typeface="Wingdings" pitchFamily="2" charset="2"/>
              <a:buChar char="v"/>
            </a:pPr>
            <a:r>
              <a:rPr lang="en-US" sz="2000" dirty="0">
                <a:latin typeface="Times New Roman" pitchFamily="18" charset="0"/>
                <a:cs typeface="Times New Roman" pitchFamily="18" charset="0"/>
              </a:rPr>
              <a:t>Repeated use of launch vehicles.</a:t>
            </a:r>
          </a:p>
          <a:p>
            <a:pPr lvl="1" algn="just">
              <a:lnSpc>
                <a:spcPct val="150000"/>
              </a:lnSpc>
              <a:buFont typeface="Wingdings" pitchFamily="2" charset="2"/>
              <a:buChar char="v"/>
            </a:pPr>
            <a:r>
              <a:rPr lang="en-US" sz="2000" dirty="0">
                <a:latin typeface="Times New Roman" pitchFamily="18" charset="0"/>
                <a:cs typeface="Times New Roman" pitchFamily="18" charset="0"/>
              </a:rPr>
              <a:t>Reduction of buckling stresses or loads.</a:t>
            </a:r>
          </a:p>
          <a:p>
            <a:pPr lvl="1" algn="just">
              <a:lnSpc>
                <a:spcPct val="150000"/>
              </a:lnSpc>
              <a:buFont typeface="Wingdings" pitchFamily="2" charset="2"/>
              <a:buChar char="v"/>
            </a:pPr>
            <a:r>
              <a:rPr lang="en-US" sz="2000" dirty="0">
                <a:latin typeface="Times New Roman" pitchFamily="18" charset="0"/>
                <a:cs typeface="Times New Roman" pitchFamily="18" charset="0"/>
              </a:rPr>
              <a:t>To ensure long-term structural integrity.</a:t>
            </a:r>
          </a:p>
          <a:p>
            <a:pPr lvl="1" algn="just">
              <a:lnSpc>
                <a:spcPct val="150000"/>
              </a:lnSpc>
              <a:buFont typeface="Wingdings" pitchFamily="2" charset="2"/>
              <a:buChar char="v"/>
            </a:pPr>
            <a:r>
              <a:rPr lang="en-US" sz="2000" dirty="0">
                <a:latin typeface="Times New Roman" pitchFamily="18" charset="0"/>
                <a:cs typeface="Times New Roman" pitchFamily="18" charset="0"/>
              </a:rPr>
              <a:t>To prevent local skin deformation and wrinkling.</a:t>
            </a:r>
          </a:p>
          <a:p>
            <a:pPr algn="just">
              <a:buFont typeface="Wingdings" pitchFamily="2" charset="2"/>
              <a:buChar char="v"/>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76242008-1204-4961-B4CB-0F201590C5B7}" type="slidenum">
              <a:rPr lang="en-IN" smtClean="0"/>
              <a:t>6</a:t>
            </a:fld>
            <a:endParaRPr lang="en-IN"/>
          </a:p>
        </p:txBody>
      </p:sp>
    </p:spTree>
    <p:extLst>
      <p:ext uri="{BB962C8B-B14F-4D97-AF65-F5344CB8AC3E}">
        <p14:creationId xmlns:p14="http://schemas.microsoft.com/office/powerpoint/2010/main" val="3571131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60B444-4C61-F9FB-551A-1AFE607E8D87}"/>
              </a:ext>
            </a:extLst>
          </p:cNvPr>
          <p:cNvSpPr>
            <a:spLocks noGrp="1"/>
          </p:cNvSpPr>
          <p:nvPr>
            <p:ph type="sldNum" sz="quarter" idx="12"/>
          </p:nvPr>
        </p:nvSpPr>
        <p:spPr/>
        <p:txBody>
          <a:bodyPr/>
          <a:lstStyle/>
          <a:p>
            <a:fld id="{76242008-1204-4961-B4CB-0F201590C5B7}" type="slidenum">
              <a:rPr lang="en-IN" smtClean="0"/>
              <a:t>7</a:t>
            </a:fld>
            <a:endParaRPr lang="en-IN"/>
          </a:p>
        </p:txBody>
      </p:sp>
      <p:graphicFrame>
        <p:nvGraphicFramePr>
          <p:cNvPr id="6" name="Table 5">
            <a:extLst>
              <a:ext uri="{FF2B5EF4-FFF2-40B4-BE49-F238E27FC236}">
                <a16:creationId xmlns:a16="http://schemas.microsoft.com/office/drawing/2014/main" id="{43C4DAEB-0F34-F32D-BAD0-8B3E23180229}"/>
              </a:ext>
            </a:extLst>
          </p:cNvPr>
          <p:cNvGraphicFramePr>
            <a:graphicFrameLocks noGrp="1"/>
          </p:cNvGraphicFramePr>
          <p:nvPr>
            <p:extLst>
              <p:ext uri="{D42A27DB-BD31-4B8C-83A1-F6EECF244321}">
                <p14:modId xmlns:p14="http://schemas.microsoft.com/office/powerpoint/2010/main" val="3759609858"/>
              </p:ext>
            </p:extLst>
          </p:nvPr>
        </p:nvGraphicFramePr>
        <p:xfrm>
          <a:off x="188214" y="756873"/>
          <a:ext cx="11815572" cy="5964602"/>
        </p:xfrm>
        <a:graphic>
          <a:graphicData uri="http://schemas.openxmlformats.org/drawingml/2006/table">
            <a:tbl>
              <a:tblPr firstRow="1" bandRow="1">
                <a:tableStyleId>{5C22544A-7EE6-4342-B048-85BDC9FD1C3A}</a:tableStyleId>
              </a:tblPr>
              <a:tblGrid>
                <a:gridCol w="3938524">
                  <a:extLst>
                    <a:ext uri="{9D8B030D-6E8A-4147-A177-3AD203B41FA5}">
                      <a16:colId xmlns:a16="http://schemas.microsoft.com/office/drawing/2014/main" val="3582126806"/>
                    </a:ext>
                  </a:extLst>
                </a:gridCol>
                <a:gridCol w="3938524">
                  <a:extLst>
                    <a:ext uri="{9D8B030D-6E8A-4147-A177-3AD203B41FA5}">
                      <a16:colId xmlns:a16="http://schemas.microsoft.com/office/drawing/2014/main" val="2927377969"/>
                    </a:ext>
                  </a:extLst>
                </a:gridCol>
                <a:gridCol w="3938524">
                  <a:extLst>
                    <a:ext uri="{9D8B030D-6E8A-4147-A177-3AD203B41FA5}">
                      <a16:colId xmlns:a16="http://schemas.microsoft.com/office/drawing/2014/main" val="3072542474"/>
                    </a:ext>
                  </a:extLst>
                </a:gridCol>
              </a:tblGrid>
              <a:tr h="348846">
                <a:tc>
                  <a:txBody>
                    <a:bodyPr/>
                    <a:lstStyle/>
                    <a:p>
                      <a:pPr algn="ctr"/>
                      <a:r>
                        <a:rPr lang="en-IN"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 AND AUTHOR NAME</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CONTENTS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0237059"/>
                  </a:ext>
                </a:extLst>
              </a:tr>
              <a:tr h="5615756">
                <a:tc>
                  <a:txBody>
                    <a:bodyPr/>
                    <a:lstStyle/>
                    <a:p>
                      <a:pPr algn="just"/>
                      <a:r>
                        <a:rPr lang="en-US" sz="1600" b="1" dirty="0">
                          <a:latin typeface="Times New Roman" panose="02020603050405020304" pitchFamily="18" charset="0"/>
                          <a:cs typeface="Times New Roman" panose="02020603050405020304" pitchFamily="18" charset="0"/>
                        </a:rPr>
                        <a:t>Title: </a:t>
                      </a:r>
                      <a:r>
                        <a:rPr lang="en-US" sz="1600" b="0" dirty="0">
                          <a:latin typeface="Times New Roman" panose="02020603050405020304" pitchFamily="18" charset="0"/>
                          <a:cs typeface="Times New Roman" panose="02020603050405020304" pitchFamily="18" charset="0"/>
                        </a:rPr>
                        <a:t>Derivation of Buckling Knockdown Factors for Pressurized </a:t>
                      </a:r>
                      <a:r>
                        <a:rPr lang="en-US" sz="1600" b="0" dirty="0" err="1">
                          <a:latin typeface="Times New Roman" panose="02020603050405020304" pitchFamily="18" charset="0"/>
                          <a:cs typeface="Times New Roman" panose="02020603050405020304" pitchFamily="18" charset="0"/>
                        </a:rPr>
                        <a:t>Orthogrid</a:t>
                      </a:r>
                      <a:r>
                        <a:rPr lang="en-US" sz="1600" b="0" dirty="0">
                          <a:latin typeface="Times New Roman" panose="02020603050405020304" pitchFamily="18" charset="0"/>
                          <a:cs typeface="Times New Roman" panose="02020603050405020304" pitchFamily="18" charset="0"/>
                        </a:rPr>
                        <a:t>-Stiffened Cylinders of Launch Vehicle Structures</a:t>
                      </a:r>
                    </a:p>
                    <a:p>
                      <a:pPr algn="just"/>
                      <a:endParaRPr lang="en-IN" sz="1600" dirty="0">
                        <a:latin typeface="Times New Roman" panose="02020603050405020304" pitchFamily="18" charset="0"/>
                        <a:cs typeface="Times New Roman" panose="02020603050405020304" pitchFamily="18" charset="0"/>
                      </a:endParaRPr>
                    </a:p>
                    <a:p>
                      <a:pPr algn="just"/>
                      <a:r>
                        <a:rPr lang="en-IN" sz="1600" b="1" dirty="0">
                          <a:latin typeface="Times New Roman" panose="02020603050405020304" pitchFamily="18" charset="0"/>
                          <a:cs typeface="Times New Roman" panose="02020603050405020304" pitchFamily="18" charset="0"/>
                        </a:rPr>
                        <a:t>Authors: </a:t>
                      </a:r>
                      <a:r>
                        <a:rPr lang="en-US" sz="1600" dirty="0">
                          <a:latin typeface="Times New Roman" panose="02020603050405020304" pitchFamily="18" charset="0"/>
                          <a:cs typeface="Times New Roman" panose="02020603050405020304" pitchFamily="18" charset="0"/>
                        </a:rPr>
                        <a:t>Chang-Hoon Sim, Do-Young Kim ,Jae-Sang Park .</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Publisher : </a:t>
                      </a:r>
                      <a:r>
                        <a:rPr lang="en-US" sz="1600" dirty="0">
                          <a:latin typeface="Times New Roman" panose="02020603050405020304" pitchFamily="18" charset="0"/>
                          <a:cs typeface="Times New Roman" panose="02020603050405020304" pitchFamily="18" charset="0"/>
                        </a:rPr>
                        <a:t>Springer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Postbuckling</a:t>
                      </a:r>
                      <a:r>
                        <a:rPr lang="en-US" sz="1600" dirty="0">
                          <a:latin typeface="Times New Roman" panose="02020603050405020304" pitchFamily="18" charset="0"/>
                          <a:cs typeface="Times New Roman" panose="02020603050405020304" pitchFamily="18" charset="0"/>
                        </a:rPr>
                        <a:t> analyses are conducted to derive knockdown factors (KDFs) for pressurized </a:t>
                      </a:r>
                      <a:r>
                        <a:rPr lang="en-US" sz="1600" dirty="0" err="1">
                          <a:latin typeface="Times New Roman" panose="02020603050405020304" pitchFamily="18" charset="0"/>
                          <a:cs typeface="Times New Roman" panose="02020603050405020304" pitchFamily="18" charset="0"/>
                        </a:rPr>
                        <a:t>orthogrid</a:t>
                      </a:r>
                      <a:r>
                        <a:rPr lang="en-US" sz="1600" dirty="0">
                          <a:latin typeface="Times New Roman" panose="02020603050405020304" pitchFamily="18" charset="0"/>
                          <a:cs typeface="Times New Roman" panose="02020603050405020304" pitchFamily="18" charset="0"/>
                        </a:rPr>
                        <a:t>-stiffened cylinders used in launch vehicles.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Explains the importance of KDFs in accounting for imperfections in thin-walled cylinders. Reviews NASA’s historical buckling criteria (SP-8007) and modern projects (SBKF, DESICOS). Highlights the lack of criteria for pressurized cylinders.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Imperfection modeling techniques: SPLA (geometric imperfections only) and SBPA (geometric + loading imperfections).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latin typeface="Times New Roman" panose="02020603050405020304" pitchFamily="18" charset="0"/>
                          <a:cs typeface="Times New Roman" panose="02020603050405020304" pitchFamily="18" charset="0"/>
                        </a:rPr>
                        <a:t>SPLA vs SBPA comparison shows SBPA yields conservative KDFs, better aligned with experimental results. </a:t>
                      </a:r>
                    </a:p>
                    <a:p>
                      <a:pPr marL="285750" indent="-28575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IN" sz="16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Internal pressure strengthens thin-walled cylinders against buckling, enabling more efficient lightweight designs.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SBPA should be favored in design practice because it captures both geometric and loading imperfections, ensuring safety margins while avoiding unnecessary weight penalties.</a:t>
                      </a: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Traditional NASA criteria are overly conservative and don’t account for modern materials or pressurization effects.</a:t>
                      </a:r>
                    </a:p>
                    <a:p>
                      <a:pPr marL="0" indent="0" algn="just">
                        <a:buFont typeface="Arial" panose="020B0604020202020204" pitchFamily="34" charset="0"/>
                        <a:buNone/>
                      </a:pP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870839"/>
                  </a:ext>
                </a:extLst>
              </a:tr>
            </a:tbl>
          </a:graphicData>
        </a:graphic>
      </p:graphicFrame>
      <p:sp>
        <p:nvSpPr>
          <p:cNvPr id="8" name="Title 1">
            <a:extLst>
              <a:ext uri="{FF2B5EF4-FFF2-40B4-BE49-F238E27FC236}">
                <a16:creationId xmlns:a16="http://schemas.microsoft.com/office/drawing/2014/main" id="{3D4262ED-8920-7060-6D58-0AD84DC1637F}"/>
              </a:ext>
            </a:extLst>
          </p:cNvPr>
          <p:cNvSpPr txBox="1">
            <a:spLocks/>
          </p:cNvSpPr>
          <p:nvPr/>
        </p:nvSpPr>
        <p:spPr bwMode="auto">
          <a:xfrm>
            <a:off x="766572" y="243280"/>
            <a:ext cx="10658856" cy="39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IN" sz="3600" b="1" dirty="0">
                <a:latin typeface="Times New Roman" panose="02020603050405020304" pitchFamily="18" charset="0"/>
                <a:cs typeface="Times New Roman" panose="02020603050405020304" pitchFamily="18" charset="0"/>
              </a:rPr>
              <a:t>LITERATURE SURVEY</a:t>
            </a:r>
            <a:endParaRPr lang="en-IN" sz="3600" dirty="0"/>
          </a:p>
        </p:txBody>
      </p:sp>
    </p:spTree>
    <p:extLst>
      <p:ext uri="{BB962C8B-B14F-4D97-AF65-F5344CB8AC3E}">
        <p14:creationId xmlns:p14="http://schemas.microsoft.com/office/powerpoint/2010/main" val="4065655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B5E64C-A723-3588-6341-27B53D95827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C4AD844-271E-889E-E005-79EF93C63492}"/>
              </a:ext>
            </a:extLst>
          </p:cNvPr>
          <p:cNvSpPr>
            <a:spLocks noGrp="1"/>
          </p:cNvSpPr>
          <p:nvPr>
            <p:ph type="sldNum" sz="quarter" idx="12"/>
          </p:nvPr>
        </p:nvSpPr>
        <p:spPr/>
        <p:txBody>
          <a:bodyPr/>
          <a:lstStyle/>
          <a:p>
            <a:fld id="{76242008-1204-4961-B4CB-0F201590C5B7}" type="slidenum">
              <a:rPr lang="en-IN" smtClean="0"/>
              <a:t>8</a:t>
            </a:fld>
            <a:endParaRPr lang="en-IN"/>
          </a:p>
        </p:txBody>
      </p:sp>
      <p:sp>
        <p:nvSpPr>
          <p:cNvPr id="5" name="Title 1">
            <a:extLst>
              <a:ext uri="{FF2B5EF4-FFF2-40B4-BE49-F238E27FC236}">
                <a16:creationId xmlns:a16="http://schemas.microsoft.com/office/drawing/2014/main" id="{8665231A-AE0A-6F35-7AB4-59790C105EA1}"/>
              </a:ext>
            </a:extLst>
          </p:cNvPr>
          <p:cNvSpPr txBox="1">
            <a:spLocks/>
          </p:cNvSpPr>
          <p:nvPr/>
        </p:nvSpPr>
        <p:spPr bwMode="auto">
          <a:xfrm>
            <a:off x="766572" y="233448"/>
            <a:ext cx="10658856" cy="39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IN" sz="3600" b="1" dirty="0">
                <a:latin typeface="Times New Roman" panose="02020603050405020304" pitchFamily="18" charset="0"/>
                <a:cs typeface="Times New Roman" panose="02020603050405020304" pitchFamily="18" charset="0"/>
              </a:rPr>
              <a:t>LITERATURE SURVEY</a:t>
            </a:r>
            <a:endParaRPr lang="en-IN" sz="3600" dirty="0"/>
          </a:p>
        </p:txBody>
      </p:sp>
      <p:sp>
        <p:nvSpPr>
          <p:cNvPr id="6" name="Slide Number Placeholder 3">
            <a:extLst>
              <a:ext uri="{FF2B5EF4-FFF2-40B4-BE49-F238E27FC236}">
                <a16:creationId xmlns:a16="http://schemas.microsoft.com/office/drawing/2014/main" id="{77342F83-7447-75F1-7CC9-AE8776D664AB}"/>
              </a:ext>
            </a:extLst>
          </p:cNvPr>
          <p:cNvSpPr txBox="1">
            <a:spLocks/>
          </p:cNvSpPr>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6242008-1204-4961-B4CB-0F201590C5B7}" type="slidenum">
              <a:rPr lang="en-IN" smtClean="0"/>
              <a:pPr/>
              <a:t>8</a:t>
            </a:fld>
            <a:endParaRPr lang="en-IN"/>
          </a:p>
        </p:txBody>
      </p:sp>
      <p:graphicFrame>
        <p:nvGraphicFramePr>
          <p:cNvPr id="7" name="Table 6">
            <a:extLst>
              <a:ext uri="{FF2B5EF4-FFF2-40B4-BE49-F238E27FC236}">
                <a16:creationId xmlns:a16="http://schemas.microsoft.com/office/drawing/2014/main" id="{62B9ADF5-5B76-E04A-CB3D-E640FD593083}"/>
              </a:ext>
            </a:extLst>
          </p:cNvPr>
          <p:cNvGraphicFramePr>
            <a:graphicFrameLocks noGrp="1"/>
          </p:cNvGraphicFramePr>
          <p:nvPr>
            <p:extLst>
              <p:ext uri="{D42A27DB-BD31-4B8C-83A1-F6EECF244321}">
                <p14:modId xmlns:p14="http://schemas.microsoft.com/office/powerpoint/2010/main" val="3984646590"/>
              </p:ext>
            </p:extLst>
          </p:nvPr>
        </p:nvGraphicFramePr>
        <p:xfrm>
          <a:off x="188214" y="747542"/>
          <a:ext cx="11815572" cy="5964602"/>
        </p:xfrm>
        <a:graphic>
          <a:graphicData uri="http://schemas.openxmlformats.org/drawingml/2006/table">
            <a:tbl>
              <a:tblPr firstRow="1" bandRow="1">
                <a:tableStyleId>{5C22544A-7EE6-4342-B048-85BDC9FD1C3A}</a:tableStyleId>
              </a:tblPr>
              <a:tblGrid>
                <a:gridCol w="3938524">
                  <a:extLst>
                    <a:ext uri="{9D8B030D-6E8A-4147-A177-3AD203B41FA5}">
                      <a16:colId xmlns:a16="http://schemas.microsoft.com/office/drawing/2014/main" val="3582126806"/>
                    </a:ext>
                  </a:extLst>
                </a:gridCol>
                <a:gridCol w="3938524">
                  <a:extLst>
                    <a:ext uri="{9D8B030D-6E8A-4147-A177-3AD203B41FA5}">
                      <a16:colId xmlns:a16="http://schemas.microsoft.com/office/drawing/2014/main" val="2927377969"/>
                    </a:ext>
                  </a:extLst>
                </a:gridCol>
                <a:gridCol w="3938524">
                  <a:extLst>
                    <a:ext uri="{9D8B030D-6E8A-4147-A177-3AD203B41FA5}">
                      <a16:colId xmlns:a16="http://schemas.microsoft.com/office/drawing/2014/main" val="3072542474"/>
                    </a:ext>
                  </a:extLst>
                </a:gridCol>
              </a:tblGrid>
              <a:tr h="348846">
                <a:tc>
                  <a:txBody>
                    <a:bodyPr/>
                    <a:lstStyle/>
                    <a:p>
                      <a:pPr algn="ctr"/>
                      <a:r>
                        <a:rPr lang="en-IN"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 AND AUTHOR NAME</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CONTENTS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0237059"/>
                  </a:ext>
                </a:extLst>
              </a:tr>
              <a:tr h="5615756">
                <a:tc>
                  <a:txBody>
                    <a:bodyPr/>
                    <a:lstStyle/>
                    <a:p>
                      <a:pPr algn="just"/>
                      <a:r>
                        <a:rPr lang="en-US" sz="1600" b="1" dirty="0">
                          <a:latin typeface="Times New Roman" panose="02020603050405020304" pitchFamily="18" charset="0"/>
                          <a:cs typeface="Times New Roman" panose="02020603050405020304" pitchFamily="18" charset="0"/>
                        </a:rPr>
                        <a:t>Title: </a:t>
                      </a:r>
                      <a:r>
                        <a:rPr lang="en-US" sz="1600" dirty="0">
                          <a:latin typeface="Times New Roman" panose="02020603050405020304" pitchFamily="18" charset="0"/>
                          <a:cs typeface="Times New Roman" panose="02020603050405020304" pitchFamily="18" charset="0"/>
                        </a:rPr>
                        <a:t>Test and Analysis of Full-Scale 27.5-Foot-Diameter Stiffened Metallic Launch Vehicle Cylinders.</a:t>
                      </a:r>
                    </a:p>
                    <a:p>
                      <a:pPr algn="just"/>
                      <a:endParaRPr lang="en-US" sz="1600" dirty="0">
                        <a:latin typeface="Times New Roman" panose="02020603050405020304" pitchFamily="18" charset="0"/>
                        <a:cs typeface="Times New Roman" panose="02020603050405020304" pitchFamily="18" charset="0"/>
                      </a:endParaRPr>
                    </a:p>
                    <a:p>
                      <a:pPr algn="just"/>
                      <a:r>
                        <a:rPr lang="en-IN" sz="1600" b="1" dirty="0">
                          <a:latin typeface="Times New Roman" panose="02020603050405020304" pitchFamily="18" charset="0"/>
                          <a:cs typeface="Times New Roman" panose="02020603050405020304" pitchFamily="18" charset="0"/>
                        </a:rPr>
                        <a:t>Authors: </a:t>
                      </a:r>
                      <a:r>
                        <a:rPr lang="en-IN" sz="1600" dirty="0">
                          <a:latin typeface="Times New Roman" panose="02020603050405020304" pitchFamily="18" charset="0"/>
                          <a:cs typeface="Times New Roman" panose="02020603050405020304" pitchFamily="18" charset="0"/>
                        </a:rPr>
                        <a:t>S</a:t>
                      </a:r>
                      <a:r>
                        <a:rPr lang="en-US" sz="1600" dirty="0">
                          <a:latin typeface="Times New Roman" panose="02020603050405020304" pitchFamily="18" charset="0"/>
                          <a:cs typeface="Times New Roman" panose="02020603050405020304" pitchFamily="18" charset="0"/>
                        </a:rPr>
                        <a:t>Andrew E. Lovejoy , Mark W. Hilburger, Nathaniel W. Gardner.</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Publisher: </a:t>
                      </a:r>
                      <a:r>
                        <a:rPr lang="en-US" sz="1600" b="0" dirty="0">
                          <a:latin typeface="Times New Roman" panose="02020603050405020304" pitchFamily="18" charset="0"/>
                          <a:cs typeface="Times New Roman" panose="02020603050405020304" pitchFamily="18" charset="0"/>
                        </a:rPr>
                        <a:t>American Institute of Aeronautics and Astronautics (AIAA).</a:t>
                      </a:r>
                    </a:p>
                    <a:p>
                      <a:pPr algn="just"/>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paper presents the testing and analysis of two full-scale, 27.5-foot-diameter, stiffened metallic cylinders made from aluminum-lithium 2195 alloy. Conducted under NASA’s Shell Buckling Knockdown Factor Project, the study aimed to validate improved buckling design factors for modern launch vehicles.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latin typeface="Times New Roman" panose="02020603050405020304" pitchFamily="18" charset="0"/>
                          <a:cs typeface="Times New Roman" panose="02020603050405020304" pitchFamily="18" charset="0"/>
                        </a:rPr>
                        <a:t>Finite element models (FEM) developed using Abaqus software. Assumed nominal geometry and material properties.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Comparison of test vs. analysis for ETTA1 and ETTA2.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Discrepancies observed, especially in weld land regions.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Sensitivity studies showed local skin pocket buckling and residual stresses significantly affect predictions.</a:t>
                      </a:r>
                    </a:p>
                    <a:p>
                      <a:pPr marL="285750" indent="-28575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IN" sz="16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Simplified FEMs can predict overall response trends but fail to capture localized effects. Manufacturing imperfections (weld lands, residual stresses) play a critical role in buckling behavior.</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Scaling from subscale to full-scale introduces complexities that must be accounted for in design.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Updated knockdown factors (KDFs) are necessary to ensure safe yet efficient launch vehicle designs.</a:t>
                      </a:r>
                    </a:p>
                    <a:p>
                      <a:pPr marL="285750" indent="-285750" algn="just">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870839"/>
                  </a:ext>
                </a:extLst>
              </a:tr>
            </a:tbl>
          </a:graphicData>
        </a:graphic>
      </p:graphicFrame>
    </p:spTree>
    <p:extLst>
      <p:ext uri="{BB962C8B-B14F-4D97-AF65-F5344CB8AC3E}">
        <p14:creationId xmlns:p14="http://schemas.microsoft.com/office/powerpoint/2010/main" val="1412808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079B04-43E6-9583-250E-EEFE8DE931B1}"/>
              </a:ext>
            </a:extLst>
          </p:cNvPr>
          <p:cNvSpPr>
            <a:spLocks noGrp="1"/>
          </p:cNvSpPr>
          <p:nvPr>
            <p:ph type="sldNum" sz="quarter" idx="12"/>
          </p:nvPr>
        </p:nvSpPr>
        <p:spPr/>
        <p:txBody>
          <a:bodyPr/>
          <a:lstStyle/>
          <a:p>
            <a:fld id="{76242008-1204-4961-B4CB-0F201590C5B7}" type="slidenum">
              <a:rPr lang="en-IN" smtClean="0"/>
              <a:t>9</a:t>
            </a:fld>
            <a:endParaRPr lang="en-IN"/>
          </a:p>
        </p:txBody>
      </p:sp>
      <p:graphicFrame>
        <p:nvGraphicFramePr>
          <p:cNvPr id="21" name="Table 20">
            <a:extLst>
              <a:ext uri="{FF2B5EF4-FFF2-40B4-BE49-F238E27FC236}">
                <a16:creationId xmlns:a16="http://schemas.microsoft.com/office/drawing/2014/main" id="{C8679796-DB22-B6CF-A46B-5FC249126E47}"/>
              </a:ext>
            </a:extLst>
          </p:cNvPr>
          <p:cNvGraphicFramePr>
            <a:graphicFrameLocks noGrp="1"/>
          </p:cNvGraphicFramePr>
          <p:nvPr>
            <p:extLst>
              <p:ext uri="{D42A27DB-BD31-4B8C-83A1-F6EECF244321}">
                <p14:modId xmlns:p14="http://schemas.microsoft.com/office/powerpoint/2010/main" val="2904249041"/>
              </p:ext>
            </p:extLst>
          </p:nvPr>
        </p:nvGraphicFramePr>
        <p:xfrm>
          <a:off x="188214" y="747582"/>
          <a:ext cx="11815572" cy="5964602"/>
        </p:xfrm>
        <a:graphic>
          <a:graphicData uri="http://schemas.openxmlformats.org/drawingml/2006/table">
            <a:tbl>
              <a:tblPr firstRow="1" bandRow="1">
                <a:tableStyleId>{5C22544A-7EE6-4342-B048-85BDC9FD1C3A}</a:tableStyleId>
              </a:tblPr>
              <a:tblGrid>
                <a:gridCol w="3938524">
                  <a:extLst>
                    <a:ext uri="{9D8B030D-6E8A-4147-A177-3AD203B41FA5}">
                      <a16:colId xmlns:a16="http://schemas.microsoft.com/office/drawing/2014/main" val="2268214597"/>
                    </a:ext>
                  </a:extLst>
                </a:gridCol>
                <a:gridCol w="3938524">
                  <a:extLst>
                    <a:ext uri="{9D8B030D-6E8A-4147-A177-3AD203B41FA5}">
                      <a16:colId xmlns:a16="http://schemas.microsoft.com/office/drawing/2014/main" val="3625171888"/>
                    </a:ext>
                  </a:extLst>
                </a:gridCol>
                <a:gridCol w="3938524">
                  <a:extLst>
                    <a:ext uri="{9D8B030D-6E8A-4147-A177-3AD203B41FA5}">
                      <a16:colId xmlns:a16="http://schemas.microsoft.com/office/drawing/2014/main" val="1443267420"/>
                    </a:ext>
                  </a:extLst>
                </a:gridCol>
              </a:tblGrid>
              <a:tr h="348846">
                <a:tc>
                  <a:txBody>
                    <a:bodyPr/>
                    <a:lstStyle/>
                    <a:p>
                      <a:pPr algn="ctr"/>
                      <a:r>
                        <a:rPr lang="en-IN" sz="1600" b="0" i="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 AND AUTHOR NAME</a:t>
                      </a:r>
                      <a:endParaRPr lang="en-IN" sz="1600"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b="0" i="0" dirty="0">
                          <a:solidFill>
                            <a:schemeClr val="tx1"/>
                          </a:solidFill>
                          <a:latin typeface="Times New Roman" panose="02020603050405020304" pitchFamily="18" charset="0"/>
                          <a:cs typeface="Times New Roman" panose="02020603050405020304" pitchFamily="18" charset="0"/>
                        </a:rPr>
                        <a:t>CONTENTS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b="0" i="0" dirty="0">
                          <a:solidFill>
                            <a:schemeClr val="tx1"/>
                          </a:solidFill>
                          <a:latin typeface="Times New Roman" panose="02020603050405020304" pitchFamily="18" charset="0"/>
                          <a:cs typeface="Times New Roman" panose="02020603050405020304" pitchFamily="18"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301752"/>
                  </a:ext>
                </a:extLst>
              </a:tr>
              <a:tr h="5615756">
                <a:tc>
                  <a:txBody>
                    <a:bodyPr/>
                    <a:lstStyle/>
                    <a:p>
                      <a:pPr algn="just"/>
                      <a:r>
                        <a:rPr lang="en-US" sz="1600" b="1" i="0" dirty="0">
                          <a:latin typeface="Times New Roman" panose="02020603050405020304" pitchFamily="18" charset="0"/>
                          <a:cs typeface="Times New Roman" panose="02020603050405020304" pitchFamily="18" charset="0"/>
                        </a:rPr>
                        <a:t>Title: </a:t>
                      </a:r>
                      <a:r>
                        <a:rPr lang="en-US" sz="1600" b="0" i="0" dirty="0">
                          <a:latin typeface="Times New Roman" panose="02020603050405020304" pitchFamily="18" charset="0"/>
                          <a:cs typeface="Times New Roman" panose="02020603050405020304" pitchFamily="18" charset="0"/>
                        </a:rPr>
                        <a:t>Buckling design optimization of tow-steered composite panels and cylindrical shells considering aleatory and epistemic uncertainties.</a:t>
                      </a:r>
                    </a:p>
                    <a:p>
                      <a:pPr algn="just"/>
                      <a:endParaRPr lang="en-US" sz="1600" b="0" i="0" dirty="0">
                        <a:latin typeface="Times New Roman" panose="02020603050405020304" pitchFamily="18" charset="0"/>
                        <a:cs typeface="Times New Roman" panose="02020603050405020304" pitchFamily="18" charset="0"/>
                      </a:endParaRPr>
                    </a:p>
                    <a:p>
                      <a:pPr algn="just"/>
                      <a:r>
                        <a:rPr lang="en-US" sz="1600" b="1" i="0" dirty="0">
                          <a:latin typeface="Times New Roman" panose="02020603050405020304" pitchFamily="18" charset="0"/>
                          <a:cs typeface="Times New Roman" panose="02020603050405020304" pitchFamily="18" charset="0"/>
                        </a:rPr>
                        <a:t>Authors: </a:t>
                      </a:r>
                      <a:r>
                        <a:rPr lang="en-US" sz="1600" b="0" i="0" dirty="0">
                          <a:latin typeface="Times New Roman" panose="02020603050405020304" pitchFamily="18" charset="0"/>
                          <a:cs typeface="Times New Roman" panose="02020603050405020304" pitchFamily="18" charset="0"/>
                        </a:rPr>
                        <a:t>Marc Fina (Karlsruhe Institute of Technology, KIT) and Chiara </a:t>
                      </a:r>
                      <a:r>
                        <a:rPr lang="en-US" sz="1600" b="0" i="0" dirty="0" err="1">
                          <a:latin typeface="Times New Roman" panose="02020603050405020304" pitchFamily="18" charset="0"/>
                          <a:cs typeface="Times New Roman" panose="02020603050405020304" pitchFamily="18" charset="0"/>
                        </a:rPr>
                        <a:t>Bisagni</a:t>
                      </a:r>
                      <a:r>
                        <a:rPr lang="en-US" sz="1600" b="0" i="0" dirty="0">
                          <a:latin typeface="Times New Roman" panose="02020603050405020304" pitchFamily="18" charset="0"/>
                          <a:cs typeface="Times New Roman" panose="02020603050405020304" pitchFamily="18" charset="0"/>
                        </a:rPr>
                        <a:t> (Politecnico di Milano, TU Delft)</a:t>
                      </a:r>
                    </a:p>
                    <a:p>
                      <a:pPr algn="just"/>
                      <a:endParaRPr lang="en-US" sz="1600" b="0" i="0" dirty="0">
                        <a:latin typeface="Times New Roman" panose="02020603050405020304" pitchFamily="18" charset="0"/>
                        <a:cs typeface="Times New Roman" panose="02020603050405020304" pitchFamily="18" charset="0"/>
                      </a:endParaRPr>
                    </a:p>
                    <a:p>
                      <a:pPr algn="just"/>
                      <a:r>
                        <a:rPr lang="en-US" sz="1600" b="1" i="0" dirty="0">
                          <a:latin typeface="Times New Roman" panose="02020603050405020304" pitchFamily="18" charset="0"/>
                          <a:cs typeface="Times New Roman" panose="02020603050405020304" pitchFamily="18" charset="0"/>
                        </a:rPr>
                        <a:t>Publisher: </a:t>
                      </a:r>
                      <a:r>
                        <a:rPr lang="en-US" sz="1600" b="0" i="0" dirty="0">
                          <a:latin typeface="Times New Roman" panose="02020603050405020304" pitchFamily="18" charset="0"/>
                          <a:cs typeface="Times New Roman" panose="02020603050405020304" pitchFamily="18" charset="0"/>
                        </a:rPr>
                        <a:t>springer</a:t>
                      </a:r>
                      <a:endParaRPr lang="en-US" sz="1600" b="1" i="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b="0" i="0" dirty="0">
                          <a:latin typeface="Times New Roman" panose="02020603050405020304" pitchFamily="18" charset="0"/>
                          <a:cs typeface="Times New Roman" panose="02020603050405020304" pitchFamily="18" charset="0"/>
                        </a:rPr>
                        <a:t>VAT composites: Advanced fiber placement techniques allow spatially varying fiber orientations, improving buckling resistance and reducing imperfection sensitivity compared to classical composites.</a:t>
                      </a:r>
                    </a:p>
                    <a:p>
                      <a:pPr marL="285750" indent="-285750" algn="just">
                        <a:buFont typeface="Arial" panose="020B0604020202020204" pitchFamily="34" charset="0"/>
                        <a:buChar char="•"/>
                      </a:pPr>
                      <a:r>
                        <a:rPr lang="en-US" sz="1600" b="0" i="0" dirty="0">
                          <a:latin typeface="Times New Roman" panose="02020603050405020304" pitchFamily="18" charset="0"/>
                          <a:cs typeface="Times New Roman" panose="02020603050405020304" pitchFamily="18" charset="0"/>
                        </a:rPr>
                        <a:t>Geometric imperfections: Modeled as random fields and Fourier series to capture imperfection sensitivity.</a:t>
                      </a:r>
                    </a:p>
                    <a:p>
                      <a:pPr marL="285750" indent="-285750" algn="just">
                        <a:buFont typeface="Arial" panose="020B0604020202020204" pitchFamily="34" charset="0"/>
                        <a:buChar char="•"/>
                      </a:pPr>
                      <a:r>
                        <a:rPr lang="en-IN" sz="1600" b="0" i="0" dirty="0">
                          <a:latin typeface="Times New Roman" panose="02020603050405020304" pitchFamily="18" charset="0"/>
                          <a:cs typeface="Times New Roman" panose="02020603050405020304" pitchFamily="18" charset="0"/>
                        </a:rPr>
                        <a:t>Optimization framework: Multi-objective optimization using surrogate models (artificial neural networks) to balance robustness (minimizing variation of buckling loads) and performance (maximizing mean buckling loads).</a:t>
                      </a:r>
                    </a:p>
                    <a:p>
                      <a:pPr marL="285750" indent="-285750" algn="just">
                        <a:buFont typeface="Arial" panose="020B0604020202020204" pitchFamily="34" charset="0"/>
                        <a:buChar char="•"/>
                      </a:pPr>
                      <a:r>
                        <a:rPr lang="en-IN" sz="1600" b="0" i="0" dirty="0">
                          <a:latin typeface="Times New Roman" panose="02020603050405020304" pitchFamily="18" charset="0"/>
                          <a:cs typeface="Times New Roman" panose="02020603050405020304" pitchFamily="18" charset="0"/>
                        </a:rPr>
                        <a:t>Experimental validation: Geometric imperfection measurements of VAT cylindrical shells support the </a:t>
                      </a:r>
                      <a:r>
                        <a:rPr lang="en-IN" sz="1600" b="0" i="0" dirty="0" err="1">
                          <a:latin typeface="Times New Roman" panose="02020603050405020304" pitchFamily="18" charset="0"/>
                          <a:cs typeface="Times New Roman" panose="02020603050405020304" pitchFamily="18" charset="0"/>
                        </a:rPr>
                        <a:t>modeling</a:t>
                      </a:r>
                      <a:r>
                        <a:rPr lang="en-IN" sz="1600" b="0" i="0" dirty="0">
                          <a:latin typeface="Times New Roman" panose="02020603050405020304" pitchFamily="18" charset="0"/>
                          <a:cs typeface="Times New Roman" panose="02020603050405020304" pitchFamily="18" charset="0"/>
                        </a:rPr>
                        <a:t> approach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b="0" i="0" dirty="0">
                          <a:latin typeface="Times New Roman" panose="02020603050405020304" pitchFamily="18" charset="0"/>
                          <a:cs typeface="Times New Roman" panose="02020603050405020304" pitchFamily="18" charset="0"/>
                        </a:rPr>
                        <a:t>The authors argue that deterministic optimization is insufficient for real-world aerospace structures, as manufacturing processes introduce unavoidable uncertainties. By combining aleatory and epistemic models, they propose a polymorphic uncertainty framework that better reflects reality. This approach shows that VAT composites can be designed to be both high-performing and less sensitive to imperfections, but trade-offs must be carefully managed</a:t>
                      </a:r>
                      <a:endParaRPr lang="en-IN" sz="1600" b="0" i="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80194"/>
                  </a:ext>
                </a:extLst>
              </a:tr>
            </a:tbl>
          </a:graphicData>
        </a:graphic>
      </p:graphicFrame>
      <p:sp>
        <p:nvSpPr>
          <p:cNvPr id="9" name="Title 1">
            <a:extLst>
              <a:ext uri="{FF2B5EF4-FFF2-40B4-BE49-F238E27FC236}">
                <a16:creationId xmlns:a16="http://schemas.microsoft.com/office/drawing/2014/main" id="{B71A6D78-6C5A-05B1-FAE7-5161DAD7FBAE}"/>
              </a:ext>
            </a:extLst>
          </p:cNvPr>
          <p:cNvSpPr txBox="1">
            <a:spLocks/>
          </p:cNvSpPr>
          <p:nvPr/>
        </p:nvSpPr>
        <p:spPr bwMode="auto">
          <a:xfrm>
            <a:off x="766572" y="233448"/>
            <a:ext cx="10658856" cy="39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IN" sz="3600" b="1" dirty="0">
                <a:latin typeface="Times New Roman" panose="02020603050405020304" pitchFamily="18" charset="0"/>
                <a:cs typeface="Times New Roman" panose="02020603050405020304" pitchFamily="18" charset="0"/>
              </a:rPr>
              <a:t>LITERATURE SURVEY</a:t>
            </a:r>
            <a:endParaRPr lang="en-IN" sz="3600" dirty="0"/>
          </a:p>
        </p:txBody>
      </p:sp>
    </p:spTree>
    <p:extLst>
      <p:ext uri="{BB962C8B-B14F-4D97-AF65-F5344CB8AC3E}">
        <p14:creationId xmlns:p14="http://schemas.microsoft.com/office/powerpoint/2010/main" val="2176660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079B04-43E6-9583-250E-EEFE8DE931B1}"/>
              </a:ext>
            </a:extLst>
          </p:cNvPr>
          <p:cNvSpPr>
            <a:spLocks noGrp="1"/>
          </p:cNvSpPr>
          <p:nvPr>
            <p:ph type="sldNum" sz="quarter" idx="12"/>
          </p:nvPr>
        </p:nvSpPr>
        <p:spPr/>
        <p:txBody>
          <a:bodyPr/>
          <a:lstStyle/>
          <a:p>
            <a:fld id="{76242008-1204-4961-B4CB-0F201590C5B7}" type="slidenum">
              <a:rPr lang="en-IN" smtClean="0"/>
              <a:t>10</a:t>
            </a:fld>
            <a:endParaRPr lang="en-IN"/>
          </a:p>
        </p:txBody>
      </p:sp>
      <p:graphicFrame>
        <p:nvGraphicFramePr>
          <p:cNvPr id="21" name="Table 20">
            <a:extLst>
              <a:ext uri="{FF2B5EF4-FFF2-40B4-BE49-F238E27FC236}">
                <a16:creationId xmlns:a16="http://schemas.microsoft.com/office/drawing/2014/main" id="{C8679796-DB22-B6CF-A46B-5FC249126E47}"/>
              </a:ext>
            </a:extLst>
          </p:cNvPr>
          <p:cNvGraphicFramePr>
            <a:graphicFrameLocks noGrp="1"/>
          </p:cNvGraphicFramePr>
          <p:nvPr>
            <p:extLst>
              <p:ext uri="{D42A27DB-BD31-4B8C-83A1-F6EECF244321}">
                <p14:modId xmlns:p14="http://schemas.microsoft.com/office/powerpoint/2010/main" val="1488496517"/>
              </p:ext>
            </p:extLst>
          </p:nvPr>
        </p:nvGraphicFramePr>
        <p:xfrm>
          <a:off x="157316" y="747382"/>
          <a:ext cx="11930445" cy="6035040"/>
        </p:xfrm>
        <a:graphic>
          <a:graphicData uri="http://schemas.openxmlformats.org/drawingml/2006/table">
            <a:tbl>
              <a:tblPr firstRow="1" bandRow="1">
                <a:tableStyleId>{5C22544A-7EE6-4342-B048-85BDC9FD1C3A}</a:tableStyleId>
              </a:tblPr>
              <a:tblGrid>
                <a:gridCol w="3976815">
                  <a:extLst>
                    <a:ext uri="{9D8B030D-6E8A-4147-A177-3AD203B41FA5}">
                      <a16:colId xmlns:a16="http://schemas.microsoft.com/office/drawing/2014/main" val="2268214597"/>
                    </a:ext>
                  </a:extLst>
                </a:gridCol>
                <a:gridCol w="3976815">
                  <a:extLst>
                    <a:ext uri="{9D8B030D-6E8A-4147-A177-3AD203B41FA5}">
                      <a16:colId xmlns:a16="http://schemas.microsoft.com/office/drawing/2014/main" val="3625171888"/>
                    </a:ext>
                  </a:extLst>
                </a:gridCol>
                <a:gridCol w="3976815">
                  <a:extLst>
                    <a:ext uri="{9D8B030D-6E8A-4147-A177-3AD203B41FA5}">
                      <a16:colId xmlns:a16="http://schemas.microsoft.com/office/drawing/2014/main" val="1443267420"/>
                    </a:ext>
                  </a:extLst>
                </a:gridCol>
              </a:tblGrid>
              <a:tr h="302457">
                <a:tc>
                  <a:txBody>
                    <a:bodyPr/>
                    <a:lstStyle/>
                    <a:p>
                      <a:pPr algn="ctr"/>
                      <a:r>
                        <a:rPr lang="en-IN"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 AND AUTHOR NAME</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CONTENTS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301752"/>
                  </a:ext>
                </a:extLst>
              </a:tr>
              <a:tr h="5581715">
                <a:tc>
                  <a:txBody>
                    <a:bodyPr/>
                    <a:lstStyle/>
                    <a:p>
                      <a:pPr algn="just"/>
                      <a:r>
                        <a:rPr lang="en-US" sz="1600" b="1" dirty="0">
                          <a:latin typeface="Times New Roman" panose="02020603050405020304" pitchFamily="18" charset="0"/>
                          <a:cs typeface="Times New Roman" panose="02020603050405020304" pitchFamily="18" charset="0"/>
                        </a:rPr>
                        <a:t>Title: </a:t>
                      </a:r>
                      <a:r>
                        <a:rPr lang="en-US" sz="1600" dirty="0">
                          <a:latin typeface="Times New Roman" panose="02020603050405020304" pitchFamily="18" charset="0"/>
                          <a:cs typeface="Times New Roman" panose="02020603050405020304" pitchFamily="18" charset="0"/>
                        </a:rPr>
                        <a:t>Buckling Behavior of Thin-Walled Cylindrical Shell Structure Under Axial Compression: A Study of Imperfection Parameters with FE Approach</a:t>
                      </a:r>
                    </a:p>
                    <a:p>
                      <a:pPr algn="just"/>
                      <a:endParaRPr lang="en-US" sz="1600" b="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Authors:</a:t>
                      </a:r>
                      <a:r>
                        <a:rPr lang="sv-SE" sz="1600" dirty="0">
                          <a:latin typeface="Times New Roman" panose="02020603050405020304" pitchFamily="18" charset="0"/>
                          <a:cs typeface="Times New Roman" panose="02020603050405020304" pitchFamily="18" charset="0"/>
                        </a:rPr>
                        <a:t>Aryanda Rakhmad Maharditya, Ben Ganendra</a:t>
                      </a:r>
                    </a:p>
                    <a:p>
                      <a:pPr algn="just"/>
                      <a:endParaRPr lang="sv-SE" sz="1600" b="0" dirty="0">
                        <a:latin typeface="Times New Roman" panose="02020603050405020304" pitchFamily="18" charset="0"/>
                        <a:cs typeface="Times New Roman" panose="02020603050405020304" pitchFamily="18" charset="0"/>
                      </a:endParaRPr>
                    </a:p>
                    <a:p>
                      <a:pPr algn="just"/>
                      <a:r>
                        <a:rPr lang="en-IN" sz="1600" b="1" dirty="0">
                          <a:latin typeface="Times New Roman" panose="02020603050405020304" pitchFamily="18" charset="0"/>
                          <a:cs typeface="Times New Roman" panose="02020603050405020304" pitchFamily="18" charset="0"/>
                        </a:rPr>
                        <a:t>Publisher:</a:t>
                      </a:r>
                      <a:r>
                        <a:rPr lang="en-IN" sz="1600" dirty="0">
                          <a:latin typeface="Times New Roman" panose="02020603050405020304" pitchFamily="18" charset="0"/>
                          <a:cs typeface="Times New Roman" panose="02020603050405020304" pitchFamily="18" charset="0"/>
                        </a:rPr>
                        <a:t> Springer</a:t>
                      </a: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Thin-walled cylindrical shells are widely used in aircraft, ships, and tanks because of their high strength-to-weight ratio. However, they are very sensitive to buckling failure, especially when imperfections exist. </a:t>
                      </a:r>
                    </a:p>
                    <a:p>
                      <a:pPr marL="0" indent="0" algn="just">
                        <a:buFont typeface="Arial" panose="020B0604020202020204" pitchFamily="34" charset="0"/>
                        <a:buNone/>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Three cylindrical models were tested:</a:t>
                      </a:r>
                    </a:p>
                    <a:p>
                      <a:pPr marL="0" indent="0" algn="just">
                        <a:buFont typeface="Arial" panose="020B0604020202020204" pitchFamily="34" charset="0"/>
                        <a:buNone/>
                      </a:pPr>
                      <a:r>
                        <a:rPr lang="en-US" sz="1600" b="0" dirty="0">
                          <a:latin typeface="Times New Roman" panose="02020603050405020304" pitchFamily="18" charset="0"/>
                          <a:cs typeface="Times New Roman" panose="02020603050405020304" pitchFamily="18" charset="0"/>
                        </a:rPr>
                        <a:t>      DT240-F ,DT200-F ,DT171-F </a:t>
                      </a: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The research studied three main imperfections:</a:t>
                      </a:r>
                    </a:p>
                    <a:p>
                      <a:pPr marL="742950" lvl="1"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Load eccentricity</a:t>
                      </a:r>
                    </a:p>
                    <a:p>
                      <a:pPr marL="742950" lvl="1"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Initial geometric imperfections</a:t>
                      </a:r>
                    </a:p>
                    <a:p>
                      <a:pPr marL="742950" lvl="1"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Thickness imperfections. </a:t>
                      </a:r>
                    </a:p>
                    <a:p>
                      <a:pPr marL="457200" lvl="1" indent="0" algn="just">
                        <a:buFont typeface="Arial" panose="020B0604020202020204" pitchFamily="34" charset="0"/>
                        <a:buNone/>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Load eccentricity reduces the ultimate load capacity. </a:t>
                      </a: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Imperfections cause earlier buckling failure. </a:t>
                      </a: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Deformation pattern changes when load position shifts. </a:t>
                      </a:r>
                    </a:p>
                    <a:p>
                      <a:endParaRPr lang="en-US" sz="16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The study concludes that imperfections such as load eccentricity, thickness variation, and geometric deviations significantly reduce the buckling strength of thin-walled cylindrical shells.</a:t>
                      </a:r>
                    </a:p>
                    <a:p>
                      <a:pPr marL="0" indent="0" algn="just">
                        <a:buFont typeface="Arial" panose="020B0604020202020204" pitchFamily="34" charset="0"/>
                        <a:buNone/>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Imperfections must be included in structural design. </a:t>
                      </a: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Finite element analysis can accurately predict buckling behavior. </a:t>
                      </a: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Considering these factors improves safety and reliability of cylindrical shell structures used in aerospace and marine engineering. </a:t>
                      </a:r>
                    </a:p>
                    <a:p>
                      <a:pPr marL="0" indent="0" algn="just">
                        <a:buFont typeface="Arial" panose="020B0604020202020204" pitchFamily="34" charset="0"/>
                        <a:buNone/>
                      </a:pP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80194"/>
                  </a:ext>
                </a:extLst>
              </a:tr>
            </a:tbl>
          </a:graphicData>
        </a:graphic>
      </p:graphicFrame>
      <p:sp>
        <p:nvSpPr>
          <p:cNvPr id="6" name="Title 1">
            <a:extLst>
              <a:ext uri="{FF2B5EF4-FFF2-40B4-BE49-F238E27FC236}">
                <a16:creationId xmlns:a16="http://schemas.microsoft.com/office/drawing/2014/main" id="{D04D4425-3B1E-4222-1B9A-1DDCF27F9EC5}"/>
              </a:ext>
            </a:extLst>
          </p:cNvPr>
          <p:cNvSpPr txBox="1">
            <a:spLocks/>
          </p:cNvSpPr>
          <p:nvPr/>
        </p:nvSpPr>
        <p:spPr bwMode="auto">
          <a:xfrm>
            <a:off x="766572" y="233448"/>
            <a:ext cx="10658856" cy="39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IN" sz="3600" b="1" dirty="0">
                <a:latin typeface="Times New Roman" panose="02020603050405020304" pitchFamily="18" charset="0"/>
                <a:cs typeface="Times New Roman" panose="02020603050405020304" pitchFamily="18" charset="0"/>
              </a:rPr>
              <a:t>LITERATURE SURVEY</a:t>
            </a:r>
            <a:endParaRPr lang="en-IN" sz="3600" dirty="0"/>
          </a:p>
        </p:txBody>
      </p:sp>
    </p:spTree>
    <p:extLst>
      <p:ext uri="{BB962C8B-B14F-4D97-AF65-F5344CB8AC3E}">
        <p14:creationId xmlns:p14="http://schemas.microsoft.com/office/powerpoint/2010/main" val="175664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079B04-43E6-9583-250E-EEFE8DE931B1}"/>
              </a:ext>
            </a:extLst>
          </p:cNvPr>
          <p:cNvSpPr>
            <a:spLocks noGrp="1"/>
          </p:cNvSpPr>
          <p:nvPr>
            <p:ph type="sldNum" sz="quarter" idx="12"/>
          </p:nvPr>
        </p:nvSpPr>
        <p:spPr/>
        <p:txBody>
          <a:bodyPr/>
          <a:lstStyle/>
          <a:p>
            <a:fld id="{76242008-1204-4961-B4CB-0F201590C5B7}" type="slidenum">
              <a:rPr lang="en-IN" smtClean="0"/>
              <a:t>11</a:t>
            </a:fld>
            <a:endParaRPr lang="en-IN"/>
          </a:p>
        </p:txBody>
      </p:sp>
      <p:graphicFrame>
        <p:nvGraphicFramePr>
          <p:cNvPr id="21" name="Table 20">
            <a:extLst>
              <a:ext uri="{FF2B5EF4-FFF2-40B4-BE49-F238E27FC236}">
                <a16:creationId xmlns:a16="http://schemas.microsoft.com/office/drawing/2014/main" id="{C8679796-DB22-B6CF-A46B-5FC249126E47}"/>
              </a:ext>
            </a:extLst>
          </p:cNvPr>
          <p:cNvGraphicFramePr>
            <a:graphicFrameLocks noGrp="1"/>
          </p:cNvGraphicFramePr>
          <p:nvPr>
            <p:extLst>
              <p:ext uri="{D42A27DB-BD31-4B8C-83A1-F6EECF244321}">
                <p14:modId xmlns:p14="http://schemas.microsoft.com/office/powerpoint/2010/main" val="1142882966"/>
              </p:ext>
            </p:extLst>
          </p:nvPr>
        </p:nvGraphicFramePr>
        <p:xfrm>
          <a:off x="188214" y="668725"/>
          <a:ext cx="11815572" cy="6072413"/>
        </p:xfrm>
        <a:graphic>
          <a:graphicData uri="http://schemas.openxmlformats.org/drawingml/2006/table">
            <a:tbl>
              <a:tblPr firstRow="1" bandRow="1">
                <a:tableStyleId>{5C22544A-7EE6-4342-B048-85BDC9FD1C3A}</a:tableStyleId>
              </a:tblPr>
              <a:tblGrid>
                <a:gridCol w="3938524">
                  <a:extLst>
                    <a:ext uri="{9D8B030D-6E8A-4147-A177-3AD203B41FA5}">
                      <a16:colId xmlns:a16="http://schemas.microsoft.com/office/drawing/2014/main" val="2268214597"/>
                    </a:ext>
                  </a:extLst>
                </a:gridCol>
                <a:gridCol w="3938524">
                  <a:extLst>
                    <a:ext uri="{9D8B030D-6E8A-4147-A177-3AD203B41FA5}">
                      <a16:colId xmlns:a16="http://schemas.microsoft.com/office/drawing/2014/main" val="3625171888"/>
                    </a:ext>
                  </a:extLst>
                </a:gridCol>
                <a:gridCol w="3938524">
                  <a:extLst>
                    <a:ext uri="{9D8B030D-6E8A-4147-A177-3AD203B41FA5}">
                      <a16:colId xmlns:a16="http://schemas.microsoft.com/office/drawing/2014/main" val="1443267420"/>
                    </a:ext>
                  </a:extLst>
                </a:gridCol>
              </a:tblGrid>
              <a:tr h="337356">
                <a:tc>
                  <a:txBody>
                    <a:bodyPr/>
                    <a:lstStyle/>
                    <a:p>
                      <a:pPr algn="ctr"/>
                      <a:r>
                        <a:rPr lang="en-IN"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 AND AUTHOR NAME</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CONTENTS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301752"/>
                  </a:ext>
                </a:extLst>
              </a:tr>
              <a:tr h="5735057">
                <a:tc>
                  <a:txBody>
                    <a:bodyPr/>
                    <a:lstStyle/>
                    <a:p>
                      <a:pPr algn="just"/>
                      <a:r>
                        <a:rPr lang="en-US" sz="1600" b="1" dirty="0">
                          <a:latin typeface="Times New Roman" panose="02020603050405020304" pitchFamily="18" charset="0"/>
                          <a:cs typeface="Times New Roman" panose="02020603050405020304" pitchFamily="18" charset="0"/>
                        </a:rPr>
                        <a:t>Title: </a:t>
                      </a:r>
                      <a:r>
                        <a:rPr lang="en-US" sz="1600" dirty="0">
                          <a:latin typeface="Times New Roman" panose="02020603050405020304" pitchFamily="18" charset="0"/>
                          <a:cs typeface="Times New Roman" panose="02020603050405020304" pitchFamily="18" charset="0"/>
                        </a:rPr>
                        <a:t>Buckling Behavior of Double-Layered Composite Cylindrical Shells</a:t>
                      </a:r>
                    </a:p>
                    <a:p>
                      <a:pPr algn="just"/>
                      <a:endParaRPr lang="en-US" sz="1600" b="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Authors:</a:t>
                      </a:r>
                      <a:r>
                        <a:rPr lang="en-IN" sz="1600" dirty="0">
                          <a:latin typeface="Times New Roman" panose="02020603050405020304" pitchFamily="18" charset="0"/>
                          <a:cs typeface="Times New Roman" panose="02020603050405020304" pitchFamily="18" charset="0"/>
                        </a:rPr>
                        <a:t>Mahyar </a:t>
                      </a:r>
                      <a:r>
                        <a:rPr lang="en-IN" sz="1600" dirty="0" err="1">
                          <a:latin typeface="Times New Roman" panose="02020603050405020304" pitchFamily="18" charset="0"/>
                          <a:cs typeface="Times New Roman" panose="02020603050405020304" pitchFamily="18" charset="0"/>
                        </a:rPr>
                        <a:t>Maali,Baris</a:t>
                      </a:r>
                      <a:r>
                        <a:rPr lang="en-IN" sz="1600" dirty="0">
                          <a:latin typeface="Times New Roman" panose="02020603050405020304" pitchFamily="18" charset="0"/>
                          <a:cs typeface="Times New Roman" panose="02020603050405020304" pitchFamily="18" charset="0"/>
                        </a:rPr>
                        <a:t> Bayrak</a:t>
                      </a:r>
                    </a:p>
                    <a:p>
                      <a:pPr algn="just"/>
                      <a:endParaRPr lang="en-IN" sz="1600" b="0" dirty="0">
                        <a:latin typeface="Times New Roman" panose="02020603050405020304" pitchFamily="18" charset="0"/>
                        <a:cs typeface="Times New Roman" panose="02020603050405020304" pitchFamily="18" charset="0"/>
                      </a:endParaRPr>
                    </a:p>
                    <a:p>
                      <a:pPr algn="just"/>
                      <a:r>
                        <a:rPr lang="en-IN" sz="1600" b="1" dirty="0">
                          <a:latin typeface="Times New Roman" panose="02020603050405020304" pitchFamily="18" charset="0"/>
                          <a:cs typeface="Times New Roman" panose="02020603050405020304" pitchFamily="18" charset="0"/>
                        </a:rPr>
                        <a:t>Publisher:</a:t>
                      </a:r>
                      <a:r>
                        <a:rPr lang="en-IN" sz="1600" dirty="0">
                          <a:latin typeface="Times New Roman" panose="02020603050405020304" pitchFamily="18" charset="0"/>
                          <a:cs typeface="Times New Roman" panose="02020603050405020304" pitchFamily="18" charset="0"/>
                        </a:rPr>
                        <a:t> Elsevier Ltd. </a:t>
                      </a: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The study aims to investigate: Buckling and post-buckling behavior of cylindrical shells and Effect of different composite materials on buckling resistance.</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latin typeface="Times New Roman" panose="02020603050405020304" pitchFamily="18" charset="0"/>
                          <a:cs typeface="Times New Roman" panose="02020603050405020304" pitchFamily="18" charset="0"/>
                        </a:rPr>
                        <a:t>Seven thin-walled cylindrical shell specimens were tested under hydrostatic pressure, Key parameters of the cylindrical shells:</a:t>
                      </a:r>
                    </a:p>
                    <a:p>
                      <a:pPr marL="7429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latin typeface="Times New Roman" panose="02020603050405020304" pitchFamily="18" charset="0"/>
                          <a:cs typeface="Times New Roman" panose="02020603050405020304" pitchFamily="18" charset="0"/>
                        </a:rPr>
                        <a:t>Height = 800 mm </a:t>
                      </a:r>
                    </a:p>
                    <a:p>
                      <a:pPr marL="7429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latin typeface="Times New Roman" panose="02020603050405020304" pitchFamily="18" charset="0"/>
                          <a:cs typeface="Times New Roman" panose="02020603050405020304" pitchFamily="18" charset="0"/>
                        </a:rPr>
                        <a:t>Thickness = 0.45 mm </a:t>
                      </a:r>
                    </a:p>
                    <a:p>
                      <a:pPr marL="7429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latin typeface="Times New Roman" panose="02020603050405020304" pitchFamily="18" charset="0"/>
                          <a:cs typeface="Times New Roman" panose="02020603050405020304" pitchFamily="18" charset="0"/>
                        </a:rPr>
                        <a:t>Steel material = S355 galvanized steel </a:t>
                      </a: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Buckling was tested using:</a:t>
                      </a:r>
                    </a:p>
                    <a:p>
                      <a:pPr marL="0" indent="0" algn="just">
                        <a:buFont typeface="Arial" panose="020B0604020202020204" pitchFamily="34" charset="0"/>
                        <a:buNone/>
                      </a:pPr>
                      <a:r>
                        <a:rPr lang="en-US" sz="1600" b="0" dirty="0">
                          <a:latin typeface="Times New Roman" panose="02020603050405020304" pitchFamily="18" charset="0"/>
                          <a:cs typeface="Times New Roman" panose="02020603050405020304" pitchFamily="18" charset="0"/>
                        </a:rPr>
                        <a:t>      Hydrostatic pressure loading</a:t>
                      </a:r>
                    </a:p>
                    <a:p>
                      <a:pPr marL="0" indent="0" algn="just">
                        <a:buFont typeface="Arial" panose="020B0604020202020204" pitchFamily="34" charset="0"/>
                        <a:buNone/>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The results showed:  Composite materials significantly increase buckling resistance. And Double-layer CFRP provided the highest buckling load. Using polypropylene between two cylinders improved buckling load more than waste polymer.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Composite materials increase buckling load of cylindrical shells significantly.</a:t>
                      </a: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 Double-layer CFRP reinforcement provides the highest buckling strength. </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Polypropylene between two cylinders also improves structural stability.</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Experimental buckling loads were higher than theoretical predictions, meaning design codes may underestimate real capacity.</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 Using composite materials improves load carrying capacity and post-buckling behavior of cylindrical shells. </a:t>
                      </a: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80194"/>
                  </a:ext>
                </a:extLst>
              </a:tr>
            </a:tbl>
          </a:graphicData>
        </a:graphic>
      </p:graphicFrame>
      <p:sp>
        <p:nvSpPr>
          <p:cNvPr id="6" name="Title 1">
            <a:extLst>
              <a:ext uri="{FF2B5EF4-FFF2-40B4-BE49-F238E27FC236}">
                <a16:creationId xmlns:a16="http://schemas.microsoft.com/office/drawing/2014/main" id="{175179D7-9256-73DB-88C5-7E16780A444C}"/>
              </a:ext>
            </a:extLst>
          </p:cNvPr>
          <p:cNvSpPr txBox="1">
            <a:spLocks/>
          </p:cNvSpPr>
          <p:nvPr/>
        </p:nvSpPr>
        <p:spPr bwMode="auto">
          <a:xfrm>
            <a:off x="766572" y="233448"/>
            <a:ext cx="10658856" cy="39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IN" sz="3600" b="1" dirty="0">
                <a:latin typeface="Times New Roman" panose="02020603050405020304" pitchFamily="18" charset="0"/>
                <a:cs typeface="Times New Roman" panose="02020603050405020304" pitchFamily="18" charset="0"/>
              </a:rPr>
              <a:t>LITERATURE SURVEY</a:t>
            </a:r>
            <a:endParaRPr lang="en-IN" sz="3600" dirty="0"/>
          </a:p>
        </p:txBody>
      </p:sp>
    </p:spTree>
    <p:extLst>
      <p:ext uri="{BB962C8B-B14F-4D97-AF65-F5344CB8AC3E}">
        <p14:creationId xmlns:p14="http://schemas.microsoft.com/office/powerpoint/2010/main" val="2310642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EBCAE-0337-3B61-2A16-2093CEB2F9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BA8F7D-4BD5-F620-D2FF-9AAE0560CCB3}"/>
              </a:ext>
            </a:extLst>
          </p:cNvPr>
          <p:cNvSpPr>
            <a:spLocks noGrp="1"/>
          </p:cNvSpPr>
          <p:nvPr>
            <p:ph type="sldNum" sz="quarter" idx="12"/>
          </p:nvPr>
        </p:nvSpPr>
        <p:spPr/>
        <p:txBody>
          <a:bodyPr/>
          <a:lstStyle/>
          <a:p>
            <a:fld id="{76242008-1204-4961-B4CB-0F201590C5B7}" type="slidenum">
              <a:rPr lang="en-IN" smtClean="0"/>
              <a:t>12</a:t>
            </a:fld>
            <a:endParaRPr lang="en-IN"/>
          </a:p>
        </p:txBody>
      </p:sp>
      <p:graphicFrame>
        <p:nvGraphicFramePr>
          <p:cNvPr id="21" name="Table 20">
            <a:extLst>
              <a:ext uri="{FF2B5EF4-FFF2-40B4-BE49-F238E27FC236}">
                <a16:creationId xmlns:a16="http://schemas.microsoft.com/office/drawing/2014/main" id="{0F812E89-4BE8-CBC4-527F-1DB0FA38EE33}"/>
              </a:ext>
            </a:extLst>
          </p:cNvPr>
          <p:cNvGraphicFramePr>
            <a:graphicFrameLocks noGrp="1"/>
          </p:cNvGraphicFramePr>
          <p:nvPr>
            <p:extLst>
              <p:ext uri="{D42A27DB-BD31-4B8C-83A1-F6EECF244321}">
                <p14:modId xmlns:p14="http://schemas.microsoft.com/office/powerpoint/2010/main" val="3883352413"/>
              </p:ext>
            </p:extLst>
          </p:nvPr>
        </p:nvGraphicFramePr>
        <p:xfrm>
          <a:off x="188214" y="649062"/>
          <a:ext cx="11815572" cy="6254112"/>
        </p:xfrm>
        <a:graphic>
          <a:graphicData uri="http://schemas.openxmlformats.org/drawingml/2006/table">
            <a:tbl>
              <a:tblPr firstRow="1" bandRow="1">
                <a:tableStyleId>{5C22544A-7EE6-4342-B048-85BDC9FD1C3A}</a:tableStyleId>
              </a:tblPr>
              <a:tblGrid>
                <a:gridCol w="3938524">
                  <a:extLst>
                    <a:ext uri="{9D8B030D-6E8A-4147-A177-3AD203B41FA5}">
                      <a16:colId xmlns:a16="http://schemas.microsoft.com/office/drawing/2014/main" val="2268214597"/>
                    </a:ext>
                  </a:extLst>
                </a:gridCol>
                <a:gridCol w="3938524">
                  <a:extLst>
                    <a:ext uri="{9D8B030D-6E8A-4147-A177-3AD203B41FA5}">
                      <a16:colId xmlns:a16="http://schemas.microsoft.com/office/drawing/2014/main" val="3625171888"/>
                    </a:ext>
                  </a:extLst>
                </a:gridCol>
                <a:gridCol w="3938524">
                  <a:extLst>
                    <a:ext uri="{9D8B030D-6E8A-4147-A177-3AD203B41FA5}">
                      <a16:colId xmlns:a16="http://schemas.microsoft.com/office/drawing/2014/main" val="1443267420"/>
                    </a:ext>
                  </a:extLst>
                </a:gridCol>
              </a:tblGrid>
              <a:tr h="320725">
                <a:tc>
                  <a:txBody>
                    <a:bodyPr/>
                    <a:lstStyle/>
                    <a:p>
                      <a:pPr marL="0" indent="0" algn="ctr">
                        <a:buFont typeface="Arial" panose="020B0604020202020204" pitchFamily="34" charset="0"/>
                        <a:buNone/>
                      </a:pPr>
                      <a:r>
                        <a:rPr lang="en-IN"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 AND AUTHOR NAME</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IN" sz="1600" dirty="0">
                          <a:solidFill>
                            <a:schemeClr val="tx1"/>
                          </a:solidFill>
                          <a:latin typeface="Times New Roman" panose="02020603050405020304" pitchFamily="18" charset="0"/>
                          <a:cs typeface="Times New Roman" panose="02020603050405020304" pitchFamily="18" charset="0"/>
                        </a:rPr>
                        <a:t>CONTENTS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IN" sz="1600" dirty="0">
                          <a:solidFill>
                            <a:schemeClr val="tx1"/>
                          </a:solidFill>
                          <a:latin typeface="Times New Roman" panose="02020603050405020304" pitchFamily="18" charset="0"/>
                          <a:cs typeface="Times New Roman" panose="02020603050405020304" pitchFamily="18"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301752"/>
                  </a:ext>
                </a:extLst>
              </a:tr>
              <a:tr h="5918832">
                <a:tc>
                  <a:txBody>
                    <a:bodyPr/>
                    <a:lstStyle/>
                    <a:p>
                      <a:pPr marL="0" indent="0" algn="just">
                        <a:buFont typeface="Arial" panose="020B0604020202020204" pitchFamily="34" charset="0"/>
                        <a:buNone/>
                      </a:pPr>
                      <a:r>
                        <a:rPr lang="en-US" sz="1600" b="1" dirty="0">
                          <a:latin typeface="Times New Roman" panose="02020603050405020304" pitchFamily="18" charset="0"/>
                          <a:cs typeface="Times New Roman" panose="02020603050405020304" pitchFamily="18" charset="0"/>
                        </a:rPr>
                        <a:t>Title: </a:t>
                      </a:r>
                      <a:r>
                        <a:rPr lang="en-US" sz="1600" dirty="0">
                          <a:latin typeface="Times New Roman" panose="02020603050405020304" pitchFamily="18" charset="0"/>
                          <a:cs typeface="Times New Roman" panose="02020603050405020304" pitchFamily="18" charset="0"/>
                        </a:rPr>
                        <a:t>Nonlinear Buckling and Post buckling Analysis of Tow-Steered Composite Cylinders with Cutouts</a:t>
                      </a:r>
                    </a:p>
                    <a:p>
                      <a:pPr marL="0" indent="0" algn="just">
                        <a:buFont typeface="Arial" panose="020B0604020202020204" pitchFamily="34" charset="0"/>
                        <a:buNone/>
                      </a:pPr>
                      <a:endParaRPr lang="en-US" sz="1600" b="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dirty="0">
                          <a:latin typeface="Times New Roman" panose="02020603050405020304" pitchFamily="18" charset="0"/>
                          <a:cs typeface="Times New Roman" panose="02020603050405020304" pitchFamily="18" charset="0"/>
                        </a:rPr>
                        <a:t>Authors: Rainer M.J. Groh</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K. Chauncey Wu</a:t>
                      </a:r>
                      <a:r>
                        <a:rPr lang="en-US" sz="1600" dirty="0">
                          <a:latin typeface="Times New Roman" panose="02020603050405020304" pitchFamily="18" charset="0"/>
                          <a:cs typeface="Times New Roman" panose="02020603050405020304" pitchFamily="18" charset="0"/>
                        </a:rPr>
                        <a:t> </a:t>
                      </a:r>
                    </a:p>
                    <a:p>
                      <a:pPr marL="0" indent="0" algn="just">
                        <a:buFont typeface="Arial" panose="020B0604020202020204" pitchFamily="34" charset="0"/>
                        <a:buNone/>
                      </a:pPr>
                      <a:endParaRPr lang="en-IN" sz="16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IN" sz="1600" b="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r>
                        <a:rPr lang="en-IN" sz="1600" b="1" dirty="0">
                          <a:latin typeface="Times New Roman" panose="02020603050405020304" pitchFamily="18" charset="0"/>
                          <a:cs typeface="Times New Roman" panose="02020603050405020304" pitchFamily="18" charset="0"/>
                        </a:rPr>
                        <a:t>Publisher:</a:t>
                      </a:r>
                      <a:r>
                        <a:rPr lang="en-IN" sz="1600" dirty="0">
                          <a:latin typeface="Times New Roman" panose="02020603050405020304" pitchFamily="18" charset="0"/>
                          <a:cs typeface="Times New Roman" panose="02020603050405020304" pitchFamily="18" charset="0"/>
                        </a:rPr>
                        <a:t> Elsevier Ltd. </a:t>
                      </a: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lgn="just">
                        <a:buFont typeface="Arial" panose="020B0604020202020204" pitchFamily="34" charset="0"/>
                        <a:buChar cha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Two shells manufactured using Automated Fiber Placement (AFP).</a:t>
                      </a:r>
                    </a:p>
                    <a:p>
                      <a:pPr marL="285750" lvl="0" indent="-285750" algn="just">
                        <a:buFont typeface="Arial" panose="020B0604020202020204" pitchFamily="34" charset="0"/>
                        <a:buChar char="•"/>
                      </a:pPr>
                      <a:r>
                        <a:rPr lang="en-US" sz="1600" b="1" kern="1200" dirty="0">
                          <a:solidFill>
                            <a:schemeClr val="dk1"/>
                          </a:solidFill>
                          <a:effectLst/>
                          <a:latin typeface="Times New Roman" panose="02020603050405020304" pitchFamily="18" charset="0"/>
                          <a:ea typeface="+mn-ea"/>
                          <a:cs typeface="Times New Roman" panose="02020603050405020304" pitchFamily="18" charset="0"/>
                        </a:rPr>
                        <a:t>Shell A</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thickness variations due to tow overlaps.</a:t>
                      </a:r>
                    </a:p>
                    <a:p>
                      <a:pPr marL="285750" lvl="0" indent="-285750" algn="just">
                        <a:buFont typeface="Arial" panose="020B0604020202020204" pitchFamily="34" charset="0"/>
                        <a:buChar char="•"/>
                      </a:pPr>
                      <a:r>
                        <a:rPr lang="en-US" sz="1600" b="1" kern="1200" dirty="0">
                          <a:solidFill>
                            <a:schemeClr val="dk1"/>
                          </a:solidFill>
                          <a:effectLst/>
                          <a:latin typeface="Times New Roman" panose="02020603050405020304" pitchFamily="18" charset="0"/>
                          <a:ea typeface="+mn-ea"/>
                          <a:cs typeface="Times New Roman" panose="02020603050405020304" pitchFamily="18" charset="0"/>
                        </a:rPr>
                        <a:t>Shell B</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uniform thickness using tow drop/add capability.</a:t>
                      </a:r>
                    </a:p>
                    <a:p>
                      <a:pPr marL="285750" lvl="0" indent="-285750" algn="just">
                        <a:buFont typeface="Arial" panose="020B0604020202020204" pitchFamily="34" charset="0"/>
                        <a:buChar char="•"/>
                      </a:pP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Axial compression tests on pristine shells, then shells with </a:t>
                      </a:r>
                      <a:r>
                        <a:rPr lang="en-US" sz="1600" b="1" kern="1200" dirty="0">
                          <a:solidFill>
                            <a:schemeClr val="dk1"/>
                          </a:solidFill>
                          <a:effectLst/>
                          <a:latin typeface="Times New Roman" panose="02020603050405020304" pitchFamily="18" charset="0"/>
                          <a:ea typeface="+mn-ea"/>
                          <a:cs typeface="Times New Roman" panose="02020603050405020304" pitchFamily="18" charset="0"/>
                        </a:rPr>
                        <a:t>small cutouts</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(passenger door size) and </a:t>
                      </a:r>
                      <a:r>
                        <a:rPr lang="en-US" sz="1600" b="1" kern="1200" dirty="0">
                          <a:solidFill>
                            <a:schemeClr val="dk1"/>
                          </a:solidFill>
                          <a:effectLst/>
                          <a:latin typeface="Times New Roman" panose="02020603050405020304" pitchFamily="18" charset="0"/>
                          <a:ea typeface="+mn-ea"/>
                          <a:cs typeface="Times New Roman" panose="02020603050405020304" pitchFamily="18" charset="0"/>
                        </a:rPr>
                        <a:t>large cutouts</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(cargo door size).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Nonlinear FE models in ABAQUS reproduced pre buckling stiffness, buckling loads, and post buckling behavior.</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Buckling load of shells with cutouts remained at least </a:t>
                      </a:r>
                      <a:r>
                        <a:rPr lang="en-US" sz="1600" b="1" kern="1200" dirty="0">
                          <a:solidFill>
                            <a:schemeClr val="dk1"/>
                          </a:solidFill>
                          <a:effectLst/>
                          <a:latin typeface="Times New Roman" panose="02020603050405020304" pitchFamily="18" charset="0"/>
                          <a:ea typeface="+mn-ea"/>
                          <a:cs typeface="Times New Roman" panose="02020603050405020304" pitchFamily="18" charset="0"/>
                        </a:rPr>
                        <a:t>82% of pristine shell capacity</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p>
                      <a:pPr marL="285750" indent="-28575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lgn="just">
                        <a:buFont typeface="Arial" panose="020B0604020202020204" pitchFamily="34" charset="0"/>
                        <a:buChar cha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Tow steering is highly effective in reducing the adverse effects of cutouts in composite cylinders.</a:t>
                      </a:r>
                    </a:p>
                    <a:p>
                      <a:pPr marL="285750" lvl="0" indent="-285750" algn="just">
                        <a:buFont typeface="Arial" panose="020B0604020202020204" pitchFamily="34" charset="0"/>
                        <a:buChar char="•"/>
                      </a:pP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p>
                      <a:pPr marL="285750" lvl="0" indent="-285750" algn="just">
                        <a:buFont typeface="Arial" panose="020B0604020202020204" pitchFamily="34" charset="0"/>
                        <a:buChar cha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Even with large cutouts, structural performance remained close to pristine shells due to favorable load redistribution.</a:t>
                      </a:r>
                    </a:p>
                    <a:p>
                      <a:pPr marL="285750" lvl="0" indent="-285750" algn="just">
                        <a:buFont typeface="Arial" panose="020B0604020202020204" pitchFamily="34" charset="0"/>
                        <a:buChar cha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This approach offers a lightweight alternative to traditional reinforcement, with strong potential for future aircraft fuselage and launch vehicle design.</a:t>
                      </a:r>
                    </a:p>
                    <a:p>
                      <a:pPr marL="285750" lvl="0" indent="-285750" algn="just">
                        <a:buFont typeface="Arial" panose="020B0604020202020204" pitchFamily="34" charset="0"/>
                        <a:buChar char="•"/>
                      </a:pP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p>
                      <a:pPr marL="285750" lvl="0" indent="-285750" algn="just">
                        <a:buFont typeface="Arial" panose="020B0604020202020204" pitchFamily="34" charset="0"/>
                        <a:buChar cha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Nonlinear FE analysis validated experimental results, showing accurate prediction of pre buckling, buckling, and post buckling responses.</a:t>
                      </a:r>
                    </a:p>
                    <a:p>
                      <a:pPr marL="285750" indent="-285750" algn="just">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80194"/>
                  </a:ext>
                </a:extLst>
              </a:tr>
            </a:tbl>
          </a:graphicData>
        </a:graphic>
      </p:graphicFrame>
      <p:sp>
        <p:nvSpPr>
          <p:cNvPr id="6" name="Title 1">
            <a:extLst>
              <a:ext uri="{FF2B5EF4-FFF2-40B4-BE49-F238E27FC236}">
                <a16:creationId xmlns:a16="http://schemas.microsoft.com/office/drawing/2014/main" id="{ADEBE4CE-AFA2-9046-44BF-ABDBCC451334}"/>
              </a:ext>
            </a:extLst>
          </p:cNvPr>
          <p:cNvSpPr txBox="1">
            <a:spLocks/>
          </p:cNvSpPr>
          <p:nvPr/>
        </p:nvSpPr>
        <p:spPr bwMode="auto">
          <a:xfrm>
            <a:off x="766572" y="233448"/>
            <a:ext cx="10658856" cy="39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IN" sz="3600" b="1" dirty="0">
                <a:latin typeface="Times New Roman" panose="02020603050405020304" pitchFamily="18" charset="0"/>
                <a:cs typeface="Times New Roman" panose="02020603050405020304" pitchFamily="18" charset="0"/>
              </a:rPr>
              <a:t>LITERATURE SURVEY</a:t>
            </a:r>
            <a:endParaRPr lang="en-IN" sz="3600" dirty="0"/>
          </a:p>
        </p:txBody>
      </p:sp>
    </p:spTree>
    <p:extLst>
      <p:ext uri="{BB962C8B-B14F-4D97-AF65-F5344CB8AC3E}">
        <p14:creationId xmlns:p14="http://schemas.microsoft.com/office/powerpoint/2010/main" val="2063759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CB0E6-C3B8-24D3-C2D9-B8EDA0A4E7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7921A1-95D2-8E41-0CBC-92DDCFA2A3C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7D55D513-75D4-4264-1F2C-6E6C5F968E92}"/>
              </a:ext>
            </a:extLst>
          </p:cNvPr>
          <p:cNvSpPr>
            <a:spLocks noGrp="1"/>
          </p:cNvSpPr>
          <p:nvPr>
            <p:ph type="sldNum" sz="quarter" idx="12"/>
          </p:nvPr>
        </p:nvSpPr>
        <p:spPr/>
        <p:txBody>
          <a:bodyPr/>
          <a:lstStyle/>
          <a:p>
            <a:fld id="{76242008-1204-4961-B4CB-0F201590C5B7}" type="slidenum">
              <a:rPr lang="en-IN" smtClean="0"/>
              <a:t>13</a:t>
            </a:fld>
            <a:endParaRPr lang="en-IN"/>
          </a:p>
        </p:txBody>
      </p:sp>
      <p:sp>
        <p:nvSpPr>
          <p:cNvPr id="6" name="Slide Number Placeholder 3">
            <a:extLst>
              <a:ext uri="{FF2B5EF4-FFF2-40B4-BE49-F238E27FC236}">
                <a16:creationId xmlns:a16="http://schemas.microsoft.com/office/drawing/2014/main" id="{A97443E2-0A11-CE5A-F0B0-3FA5C039DA40}"/>
              </a:ext>
            </a:extLst>
          </p:cNvPr>
          <p:cNvSpPr txBox="1">
            <a:spLocks/>
          </p:cNvSpPr>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6242008-1204-4961-B4CB-0F201590C5B7}" type="slidenum">
              <a:rPr lang="en-IN" smtClean="0"/>
              <a:pPr/>
              <a:t>13</a:t>
            </a:fld>
            <a:endParaRPr lang="en-IN"/>
          </a:p>
        </p:txBody>
      </p:sp>
      <p:graphicFrame>
        <p:nvGraphicFramePr>
          <p:cNvPr id="7" name="Table 6">
            <a:extLst>
              <a:ext uri="{FF2B5EF4-FFF2-40B4-BE49-F238E27FC236}">
                <a16:creationId xmlns:a16="http://schemas.microsoft.com/office/drawing/2014/main" id="{A596106D-ACCD-C822-FBA3-FAF25C69F2DB}"/>
              </a:ext>
            </a:extLst>
          </p:cNvPr>
          <p:cNvGraphicFramePr>
            <a:graphicFrameLocks noGrp="1"/>
          </p:cNvGraphicFramePr>
          <p:nvPr>
            <p:extLst>
              <p:ext uri="{D42A27DB-BD31-4B8C-83A1-F6EECF244321}">
                <p14:modId xmlns:p14="http://schemas.microsoft.com/office/powerpoint/2010/main" val="1854369086"/>
              </p:ext>
            </p:extLst>
          </p:nvPr>
        </p:nvGraphicFramePr>
        <p:xfrm>
          <a:off x="188214" y="768992"/>
          <a:ext cx="11815572" cy="6797040"/>
        </p:xfrm>
        <a:graphic>
          <a:graphicData uri="http://schemas.openxmlformats.org/drawingml/2006/table">
            <a:tbl>
              <a:tblPr firstRow="1" bandRow="1">
                <a:tableStyleId>{5C22544A-7EE6-4342-B048-85BDC9FD1C3A}</a:tableStyleId>
              </a:tblPr>
              <a:tblGrid>
                <a:gridCol w="3938524">
                  <a:extLst>
                    <a:ext uri="{9D8B030D-6E8A-4147-A177-3AD203B41FA5}">
                      <a16:colId xmlns:a16="http://schemas.microsoft.com/office/drawing/2014/main" val="3582126806"/>
                    </a:ext>
                  </a:extLst>
                </a:gridCol>
                <a:gridCol w="3938524">
                  <a:extLst>
                    <a:ext uri="{9D8B030D-6E8A-4147-A177-3AD203B41FA5}">
                      <a16:colId xmlns:a16="http://schemas.microsoft.com/office/drawing/2014/main" val="2927377969"/>
                    </a:ext>
                  </a:extLst>
                </a:gridCol>
                <a:gridCol w="3938524">
                  <a:extLst>
                    <a:ext uri="{9D8B030D-6E8A-4147-A177-3AD203B41FA5}">
                      <a16:colId xmlns:a16="http://schemas.microsoft.com/office/drawing/2014/main" val="3072542474"/>
                    </a:ext>
                  </a:extLst>
                </a:gridCol>
              </a:tblGrid>
              <a:tr h="348846">
                <a:tc>
                  <a:txBody>
                    <a:bodyPr/>
                    <a:lstStyle/>
                    <a:p>
                      <a:pPr algn="ctr"/>
                      <a:r>
                        <a:rPr lang="en-IN"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 AND AUTHOR NAME</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CONTENTS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0237059"/>
                  </a:ext>
                </a:extLst>
              </a:tr>
              <a:tr h="5615756">
                <a:tc>
                  <a:txBody>
                    <a:bodyPr/>
                    <a:lstStyle/>
                    <a:p>
                      <a:pPr algn="just"/>
                      <a:r>
                        <a:rPr lang="en-US" sz="1600" b="1" dirty="0">
                          <a:latin typeface="Times New Roman" panose="02020603050405020304" pitchFamily="18" charset="0"/>
                          <a:cs typeface="Times New Roman" panose="02020603050405020304" pitchFamily="18" charset="0"/>
                        </a:rPr>
                        <a:t>Title: </a:t>
                      </a:r>
                      <a:r>
                        <a:rPr lang="en-US" sz="1600" dirty="0">
                          <a:latin typeface="Times New Roman" panose="02020603050405020304" pitchFamily="18" charset="0"/>
                          <a:cs typeface="Times New Roman" panose="02020603050405020304" pitchFamily="18" charset="0"/>
                        </a:rPr>
                        <a:t>Buckling of Axially Compressed Composite Cylinders with Geometric Imperfections</a:t>
                      </a:r>
                    </a:p>
                    <a:p>
                      <a:pPr algn="just"/>
                      <a:endParaRPr lang="en-US" sz="16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Authors: </a:t>
                      </a:r>
                      <a:r>
                        <a:rPr lang="en-US" sz="1600" b="0" dirty="0">
                          <a:latin typeface="Times New Roman" panose="02020603050405020304" pitchFamily="18" charset="0"/>
                          <a:cs typeface="Times New Roman" panose="02020603050405020304" pitchFamily="18" charset="0"/>
                        </a:rPr>
                        <a:t>Fathollah Taheri-Behrooz , Milad Omidi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Publisher: </a:t>
                      </a:r>
                      <a:r>
                        <a:rPr lang="en-US" sz="1600" b="0" dirty="0">
                          <a:latin typeface="Times New Roman" panose="02020603050405020304" pitchFamily="18" charset="0"/>
                          <a:cs typeface="Times New Roman" panose="02020603050405020304" pitchFamily="18" charset="0"/>
                        </a:rPr>
                        <a:t>Steel and Composite Structures Journal</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600" dirty="0"/>
                    </a:p>
                    <a:p>
                      <a:pPr algn="just"/>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Composite cylinders require updated methods that account for orthotropic properties and imperfections.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Imperfections from manufacturing and handling are critical in reducing buckling loads. Need for refined methods for composite cylinders with cutouts.</a:t>
                      </a:r>
                    </a:p>
                    <a:p>
                      <a:pPr marL="0" indent="0" algn="just">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Comparison: LBMI more conservative, SPLI slightly higher predicted loads.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Small cutouts → imperfections significantly reduce buckling load.</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Large cutouts → cutout effect dominates, imperfections less influential.</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Increasing cutout number reduces buckling load more at small cutout sizes.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Knockdown factors: LBMI (0.62), SPLI (0.64), NASA SP-8007 (0.54).</a:t>
                      </a:r>
                    </a:p>
                    <a:p>
                      <a:pPr marL="285750" indent="-28575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16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Geometric imperfections drastically reduce buckling capacity, especially in cylinders with small cutouts.</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For large cutouts, the cutout itself governs failure, not imperfections.</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Modified LBMI provides a probabilistic, more realistic approach compared to classical LBMI.</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SPLI and M-LBMI methods yield similar results, both less conservative than NASA SP-8007.</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Updated imperfection-sensitive design methods are essential for composite aerospace structures to avoid over-conservatism and unnecessary weight</a:t>
                      </a: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870839"/>
                  </a:ext>
                </a:extLst>
              </a:tr>
            </a:tbl>
          </a:graphicData>
        </a:graphic>
      </p:graphicFrame>
      <p:sp>
        <p:nvSpPr>
          <p:cNvPr id="8" name="Title 1">
            <a:extLst>
              <a:ext uri="{FF2B5EF4-FFF2-40B4-BE49-F238E27FC236}">
                <a16:creationId xmlns:a16="http://schemas.microsoft.com/office/drawing/2014/main" id="{B8E8817B-5163-38E5-E299-BEFC2089296A}"/>
              </a:ext>
            </a:extLst>
          </p:cNvPr>
          <p:cNvSpPr txBox="1">
            <a:spLocks/>
          </p:cNvSpPr>
          <p:nvPr/>
        </p:nvSpPr>
        <p:spPr bwMode="auto">
          <a:xfrm>
            <a:off x="766572" y="233448"/>
            <a:ext cx="10658856" cy="39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IN" sz="3600" b="1" dirty="0">
                <a:latin typeface="Times New Roman" panose="02020603050405020304" pitchFamily="18" charset="0"/>
                <a:cs typeface="Times New Roman" panose="02020603050405020304" pitchFamily="18" charset="0"/>
              </a:rPr>
              <a:t>LITERATURE SURVEY</a:t>
            </a:r>
            <a:endParaRPr lang="en-IN" sz="3600" dirty="0"/>
          </a:p>
        </p:txBody>
      </p:sp>
    </p:spTree>
    <p:extLst>
      <p:ext uri="{BB962C8B-B14F-4D97-AF65-F5344CB8AC3E}">
        <p14:creationId xmlns:p14="http://schemas.microsoft.com/office/powerpoint/2010/main" val="2107642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079B04-43E6-9583-250E-EEFE8DE931B1}"/>
              </a:ext>
            </a:extLst>
          </p:cNvPr>
          <p:cNvSpPr>
            <a:spLocks noGrp="1"/>
          </p:cNvSpPr>
          <p:nvPr>
            <p:ph type="sldNum" sz="quarter" idx="12"/>
          </p:nvPr>
        </p:nvSpPr>
        <p:spPr/>
        <p:txBody>
          <a:bodyPr/>
          <a:lstStyle/>
          <a:p>
            <a:fld id="{76242008-1204-4961-B4CB-0F201590C5B7}" type="slidenum">
              <a:rPr lang="en-IN" smtClean="0"/>
              <a:t>14</a:t>
            </a:fld>
            <a:endParaRPr lang="en-IN"/>
          </a:p>
        </p:txBody>
      </p:sp>
      <p:graphicFrame>
        <p:nvGraphicFramePr>
          <p:cNvPr id="21" name="Table 20">
            <a:extLst>
              <a:ext uri="{FF2B5EF4-FFF2-40B4-BE49-F238E27FC236}">
                <a16:creationId xmlns:a16="http://schemas.microsoft.com/office/drawing/2014/main" id="{C8679796-DB22-B6CF-A46B-5FC249126E47}"/>
              </a:ext>
            </a:extLst>
          </p:cNvPr>
          <p:cNvGraphicFramePr>
            <a:graphicFrameLocks noGrp="1"/>
          </p:cNvGraphicFramePr>
          <p:nvPr>
            <p:extLst>
              <p:ext uri="{D42A27DB-BD31-4B8C-83A1-F6EECF244321}">
                <p14:modId xmlns:p14="http://schemas.microsoft.com/office/powerpoint/2010/main" val="3395318336"/>
              </p:ext>
            </p:extLst>
          </p:nvPr>
        </p:nvGraphicFramePr>
        <p:xfrm>
          <a:off x="188214" y="737750"/>
          <a:ext cx="11815572" cy="6035040"/>
        </p:xfrm>
        <a:graphic>
          <a:graphicData uri="http://schemas.openxmlformats.org/drawingml/2006/table">
            <a:tbl>
              <a:tblPr firstRow="1" bandRow="1">
                <a:tableStyleId>{5C22544A-7EE6-4342-B048-85BDC9FD1C3A}</a:tableStyleId>
              </a:tblPr>
              <a:tblGrid>
                <a:gridCol w="3938524">
                  <a:extLst>
                    <a:ext uri="{9D8B030D-6E8A-4147-A177-3AD203B41FA5}">
                      <a16:colId xmlns:a16="http://schemas.microsoft.com/office/drawing/2014/main" val="2268214597"/>
                    </a:ext>
                  </a:extLst>
                </a:gridCol>
                <a:gridCol w="3938524">
                  <a:extLst>
                    <a:ext uri="{9D8B030D-6E8A-4147-A177-3AD203B41FA5}">
                      <a16:colId xmlns:a16="http://schemas.microsoft.com/office/drawing/2014/main" val="3625171888"/>
                    </a:ext>
                  </a:extLst>
                </a:gridCol>
                <a:gridCol w="3938524">
                  <a:extLst>
                    <a:ext uri="{9D8B030D-6E8A-4147-A177-3AD203B41FA5}">
                      <a16:colId xmlns:a16="http://schemas.microsoft.com/office/drawing/2014/main" val="1443267420"/>
                    </a:ext>
                  </a:extLst>
                </a:gridCol>
              </a:tblGrid>
              <a:tr h="326871">
                <a:tc>
                  <a:txBody>
                    <a:bodyPr/>
                    <a:lstStyle/>
                    <a:p>
                      <a:pPr algn="ctr"/>
                      <a:r>
                        <a:rPr lang="en-IN"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 AND AUTHOR NAME</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CONTENTS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301752"/>
                  </a:ext>
                </a:extLst>
              </a:tr>
              <a:tr h="5367099">
                <a:tc>
                  <a:txBody>
                    <a:bodyPr/>
                    <a:lstStyle/>
                    <a:p>
                      <a:pPr algn="just"/>
                      <a:r>
                        <a:rPr lang="en-US" sz="1600" b="1" dirty="0">
                          <a:latin typeface="Times New Roman" panose="02020603050405020304" pitchFamily="18" charset="0"/>
                          <a:cs typeface="Times New Roman" panose="02020603050405020304" pitchFamily="18" charset="0"/>
                        </a:rPr>
                        <a:t>Title: </a:t>
                      </a:r>
                      <a:r>
                        <a:rPr lang="en-US" sz="1600" dirty="0">
                          <a:latin typeface="Times New Roman" panose="02020603050405020304" pitchFamily="18" charset="0"/>
                          <a:cs typeface="Times New Roman" panose="02020603050405020304" pitchFamily="18" charset="0"/>
                        </a:rPr>
                        <a:t>Evolution in Manufacturing of Grid Stiffened Structures through CAM and Additive Techniques.</a:t>
                      </a:r>
                    </a:p>
                    <a:p>
                      <a:pPr algn="just"/>
                      <a:endParaRPr lang="en-US" sz="1600" b="0" dirty="0">
                        <a:latin typeface="Times New Roman" panose="02020603050405020304" pitchFamily="18" charset="0"/>
                        <a:cs typeface="Times New Roman" panose="02020603050405020304" pitchFamily="18" charset="0"/>
                      </a:endParaRPr>
                    </a:p>
                    <a:p>
                      <a:pPr algn="just"/>
                      <a:r>
                        <a:rPr lang="en-US" sz="1600" b="0" dirty="0">
                          <a:latin typeface="Times New Roman" panose="02020603050405020304" pitchFamily="18" charset="0"/>
                          <a:cs typeface="Times New Roman" panose="02020603050405020304" pitchFamily="18" charset="0"/>
                        </a:rPr>
                        <a:t>Authors:</a:t>
                      </a:r>
                      <a:r>
                        <a:rPr lang="en-IN" sz="1600" dirty="0">
                          <a:latin typeface="Times New Roman" panose="02020603050405020304" pitchFamily="18" charset="0"/>
                          <a:cs typeface="Times New Roman" panose="02020603050405020304" pitchFamily="18" charset="0"/>
                        </a:rPr>
                        <a:t>Dr. A.K. Madan, Kshitij Tripathi</a:t>
                      </a:r>
                    </a:p>
                    <a:p>
                      <a:pPr algn="just"/>
                      <a:endParaRPr lang="en-IN" sz="1600" b="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Publisher:</a:t>
                      </a:r>
                      <a:r>
                        <a:rPr lang="en-US" sz="1600" dirty="0">
                          <a:latin typeface="Times New Roman" panose="02020603050405020304" pitchFamily="18" charset="0"/>
                          <a:cs typeface="Times New Roman" panose="02020603050405020304" pitchFamily="18" charset="0"/>
                        </a:rPr>
                        <a:t> IAEME Publication (Scopus Indexed Journal) </a:t>
                      </a:r>
                    </a:p>
                    <a:p>
                      <a:pPr algn="just"/>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Grid stiffened structures like </a:t>
                      </a:r>
                      <a:r>
                        <a:rPr lang="en-US" sz="1600" b="0" dirty="0" err="1">
                          <a:latin typeface="Times New Roman" panose="02020603050405020304" pitchFamily="18" charset="0"/>
                          <a:cs typeface="Times New Roman" panose="02020603050405020304" pitchFamily="18" charset="0"/>
                        </a:rPr>
                        <a:t>isogrid</a:t>
                      </a:r>
                      <a:r>
                        <a:rPr lang="en-US" sz="1600" b="0" dirty="0">
                          <a:latin typeface="Times New Roman" panose="02020603050405020304" pitchFamily="18" charset="0"/>
                          <a:cs typeface="Times New Roman" panose="02020603050405020304" pitchFamily="18" charset="0"/>
                        </a:rPr>
                        <a:t> and </a:t>
                      </a:r>
                      <a:r>
                        <a:rPr lang="en-US" sz="1600" b="0" dirty="0" err="1">
                          <a:latin typeface="Times New Roman" panose="02020603050405020304" pitchFamily="18" charset="0"/>
                          <a:cs typeface="Times New Roman" panose="02020603050405020304" pitchFamily="18" charset="0"/>
                        </a:rPr>
                        <a:t>orthogrid</a:t>
                      </a:r>
                      <a:r>
                        <a:rPr lang="en-US" sz="1600" b="0" dirty="0">
                          <a:latin typeface="Times New Roman" panose="02020603050405020304" pitchFamily="18" charset="0"/>
                          <a:cs typeface="Times New Roman" panose="02020603050405020304" pitchFamily="18" charset="0"/>
                        </a:rPr>
                        <a:t> help improve strength while reducing weight.</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err="1">
                          <a:latin typeface="Times New Roman" panose="02020603050405020304" pitchFamily="18" charset="0"/>
                          <a:cs typeface="Times New Roman" panose="02020603050405020304" pitchFamily="18" charset="0"/>
                        </a:rPr>
                        <a:t>Isogrid</a:t>
                      </a:r>
                      <a:r>
                        <a:rPr lang="en-US" sz="1600" b="0" dirty="0">
                          <a:latin typeface="Times New Roman" panose="02020603050405020304" pitchFamily="18" charset="0"/>
                          <a:cs typeface="Times New Roman" panose="02020603050405020304" pitchFamily="18" charset="0"/>
                        </a:rPr>
                        <a:t> is a triangular rib lattice </a:t>
                      </a:r>
                      <a:r>
                        <a:rPr lang="en-US" sz="1600" b="0" dirty="0" err="1">
                          <a:latin typeface="Times New Roman" panose="02020603050405020304" pitchFamily="18" charset="0"/>
                          <a:cs typeface="Times New Roman" panose="02020603050405020304" pitchFamily="18" charset="0"/>
                        </a:rPr>
                        <a:t>structure.Provides</a:t>
                      </a:r>
                      <a:r>
                        <a:rPr lang="en-US" sz="1600" b="0" dirty="0">
                          <a:latin typeface="Times New Roman" panose="02020603050405020304" pitchFamily="18" charset="0"/>
                          <a:cs typeface="Times New Roman" panose="02020603050405020304" pitchFamily="18" charset="0"/>
                        </a:rPr>
                        <a:t>: High </a:t>
                      </a:r>
                      <a:r>
                        <a:rPr lang="en-US" sz="1600" b="0" dirty="0" err="1">
                          <a:latin typeface="Times New Roman" panose="02020603050405020304" pitchFamily="18" charset="0"/>
                          <a:cs typeface="Times New Roman" panose="02020603050405020304" pitchFamily="18" charset="0"/>
                        </a:rPr>
                        <a:t>stiffness,High</a:t>
                      </a:r>
                      <a:r>
                        <a:rPr lang="en-US" sz="1600" b="0" dirty="0">
                          <a:latin typeface="Times New Roman" panose="02020603050405020304" pitchFamily="18" charset="0"/>
                          <a:cs typeface="Times New Roman" panose="02020603050405020304" pitchFamily="18" charset="0"/>
                        </a:rPr>
                        <a:t> strength-to-weight ratio ,Better load distribution. </a:t>
                      </a: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Used in: Rocket shells ,Satellite structures ,Aircraft components. </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ManufacturingTechniques</a:t>
                      </a:r>
                      <a:r>
                        <a:rPr lang="en-IN" sz="1600" b="0" dirty="0">
                          <a:latin typeface="Times New Roman" panose="02020603050405020304" pitchFamily="18" charset="0"/>
                          <a:cs typeface="Times New Roman" panose="02020603050405020304" pitchFamily="18" charset="0"/>
                        </a:rPr>
                        <a:t> Conventional methods, Unconventional methods</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Role of Additive Manufacturing</a:t>
                      </a:r>
                      <a:r>
                        <a:rPr lang="en-US" sz="1600" b="0" dirty="0">
                          <a:latin typeface="Times New Roman" panose="02020603050405020304" pitchFamily="18" charset="0"/>
                          <a:cs typeface="Times New Roman" panose="02020603050405020304" pitchFamily="18" charset="0"/>
                        </a:rPr>
                        <a:t>,3D printing </a:t>
                      </a:r>
                      <a:r>
                        <a:rPr lang="en-US" sz="1600" b="0" dirty="0" err="1">
                          <a:latin typeface="Times New Roman" panose="02020603050405020304" pitchFamily="18" charset="0"/>
                          <a:cs typeface="Times New Roman" panose="02020603050405020304" pitchFamily="18" charset="0"/>
                        </a:rPr>
                        <a:t>allows:Manufacturing</a:t>
                      </a:r>
                      <a:r>
                        <a:rPr lang="en-US" sz="1600" b="0" dirty="0">
                          <a:latin typeface="Times New Roman" panose="02020603050405020304" pitchFamily="18" charset="0"/>
                          <a:cs typeface="Times New Roman" panose="02020603050405020304" pitchFamily="18" charset="0"/>
                        </a:rPr>
                        <a:t> complex, </a:t>
                      </a:r>
                      <a:r>
                        <a:rPr lang="en-US" sz="1600" b="0" dirty="0" err="1">
                          <a:latin typeface="Times New Roman" panose="02020603050405020304" pitchFamily="18" charset="0"/>
                          <a:cs typeface="Times New Roman" panose="02020603050405020304" pitchFamily="18" charset="0"/>
                        </a:rPr>
                        <a:t>isogrid</a:t>
                      </a:r>
                      <a:r>
                        <a:rPr lang="en-US" sz="1600" b="0" dirty="0">
                          <a:latin typeface="Times New Roman" panose="02020603050405020304" pitchFamily="18" charset="0"/>
                          <a:cs typeface="Times New Roman" panose="02020603050405020304" pitchFamily="18" charset="0"/>
                        </a:rPr>
                        <a:t> structures ,Reduced assembly requirement ,Faster prototyping.</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The study compares manufacturing techniques based on: Ease of manufacturing, Structural performance, Cost and efficiency ,Material selection and processing constraints.</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Grid stiffened structures (especially </a:t>
                      </a:r>
                      <a:r>
                        <a:rPr lang="en-US" sz="1600" b="0" dirty="0" err="1">
                          <a:latin typeface="Times New Roman" panose="02020603050405020304" pitchFamily="18" charset="0"/>
                          <a:cs typeface="Times New Roman" panose="02020603050405020304" pitchFamily="18" charset="0"/>
                        </a:rPr>
                        <a:t>isogrids</a:t>
                      </a:r>
                      <a:r>
                        <a:rPr lang="en-US" sz="1600" b="0" dirty="0">
                          <a:latin typeface="Times New Roman" panose="02020603050405020304" pitchFamily="18" charset="0"/>
                          <a:cs typeface="Times New Roman" panose="02020603050405020304" pitchFamily="18" charset="0"/>
                        </a:rPr>
                        <a:t>) are highly efficient lightweight structures used in aerospace applications.</a:t>
                      </a: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 Conventional manufacturing methods have several limitations. </a:t>
                      </a:r>
                    </a:p>
                    <a:p>
                      <a:pPr marL="0" indent="0" algn="just">
                        <a:buFont typeface="Arial" panose="020B0604020202020204" pitchFamily="34" charset="0"/>
                        <a:buNone/>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Unconventional methods such as abrasive water jet machining and additive manufacturing provide better quality, flexibility, and cost efficiency.</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 Future aerospace structures will increasingly rely on additive manufacturing and composite materials for improved performance and weight reduction.</a:t>
                      </a: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80194"/>
                  </a:ext>
                </a:extLst>
              </a:tr>
            </a:tbl>
          </a:graphicData>
        </a:graphic>
      </p:graphicFrame>
      <p:sp>
        <p:nvSpPr>
          <p:cNvPr id="6" name="Title 1">
            <a:extLst>
              <a:ext uri="{FF2B5EF4-FFF2-40B4-BE49-F238E27FC236}">
                <a16:creationId xmlns:a16="http://schemas.microsoft.com/office/drawing/2014/main" id="{B424E1B1-FCD2-5659-1989-21DFAE105A05}"/>
              </a:ext>
            </a:extLst>
          </p:cNvPr>
          <p:cNvSpPr txBox="1">
            <a:spLocks/>
          </p:cNvSpPr>
          <p:nvPr/>
        </p:nvSpPr>
        <p:spPr bwMode="auto">
          <a:xfrm>
            <a:off x="766572" y="233448"/>
            <a:ext cx="10658856" cy="39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IN" sz="3600" b="1" dirty="0">
                <a:latin typeface="Times New Roman" panose="02020603050405020304" pitchFamily="18" charset="0"/>
                <a:cs typeface="Times New Roman" panose="02020603050405020304" pitchFamily="18" charset="0"/>
              </a:rPr>
              <a:t>LITERATURE SURVEY</a:t>
            </a:r>
            <a:endParaRPr lang="en-IN" sz="3600" dirty="0"/>
          </a:p>
        </p:txBody>
      </p:sp>
    </p:spTree>
    <p:extLst>
      <p:ext uri="{BB962C8B-B14F-4D97-AF65-F5344CB8AC3E}">
        <p14:creationId xmlns:p14="http://schemas.microsoft.com/office/powerpoint/2010/main" val="3968763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28F07B-A12E-8B2D-F87A-663D13AA2701}"/>
              </a:ext>
            </a:extLst>
          </p:cNvPr>
          <p:cNvSpPr>
            <a:spLocks noGrp="1"/>
          </p:cNvSpPr>
          <p:nvPr>
            <p:ph type="sldNum" sz="quarter" idx="12"/>
          </p:nvPr>
        </p:nvSpPr>
        <p:spPr/>
        <p:txBody>
          <a:bodyPr/>
          <a:lstStyle/>
          <a:p>
            <a:fld id="{76242008-1204-4961-B4CB-0F201590C5B7}" type="slidenum">
              <a:rPr lang="en-IN" smtClean="0"/>
              <a:t>15</a:t>
            </a:fld>
            <a:endParaRPr lang="en-IN"/>
          </a:p>
        </p:txBody>
      </p:sp>
      <p:graphicFrame>
        <p:nvGraphicFramePr>
          <p:cNvPr id="5" name="Table 4">
            <a:extLst>
              <a:ext uri="{FF2B5EF4-FFF2-40B4-BE49-F238E27FC236}">
                <a16:creationId xmlns:a16="http://schemas.microsoft.com/office/drawing/2014/main" id="{37540E5C-5FBB-26AD-F578-F464E1C5C6D8}"/>
              </a:ext>
            </a:extLst>
          </p:cNvPr>
          <p:cNvGraphicFramePr>
            <a:graphicFrameLocks noGrp="1"/>
          </p:cNvGraphicFramePr>
          <p:nvPr>
            <p:extLst>
              <p:ext uri="{D42A27DB-BD31-4B8C-83A1-F6EECF244321}">
                <p14:modId xmlns:p14="http://schemas.microsoft.com/office/powerpoint/2010/main" val="1301987249"/>
              </p:ext>
            </p:extLst>
          </p:nvPr>
        </p:nvGraphicFramePr>
        <p:xfrm>
          <a:off x="188214" y="739959"/>
          <a:ext cx="11815572" cy="5964602"/>
        </p:xfrm>
        <a:graphic>
          <a:graphicData uri="http://schemas.openxmlformats.org/drawingml/2006/table">
            <a:tbl>
              <a:tblPr firstRow="1" bandRow="1">
                <a:tableStyleId>{5C22544A-7EE6-4342-B048-85BDC9FD1C3A}</a:tableStyleId>
              </a:tblPr>
              <a:tblGrid>
                <a:gridCol w="3938524">
                  <a:extLst>
                    <a:ext uri="{9D8B030D-6E8A-4147-A177-3AD203B41FA5}">
                      <a16:colId xmlns:a16="http://schemas.microsoft.com/office/drawing/2014/main" val="2927272483"/>
                    </a:ext>
                  </a:extLst>
                </a:gridCol>
                <a:gridCol w="3938524">
                  <a:extLst>
                    <a:ext uri="{9D8B030D-6E8A-4147-A177-3AD203B41FA5}">
                      <a16:colId xmlns:a16="http://schemas.microsoft.com/office/drawing/2014/main" val="1341606268"/>
                    </a:ext>
                  </a:extLst>
                </a:gridCol>
                <a:gridCol w="3938524">
                  <a:extLst>
                    <a:ext uri="{9D8B030D-6E8A-4147-A177-3AD203B41FA5}">
                      <a16:colId xmlns:a16="http://schemas.microsoft.com/office/drawing/2014/main" val="725675882"/>
                    </a:ext>
                  </a:extLst>
                </a:gridCol>
              </a:tblGrid>
              <a:tr h="348846">
                <a:tc>
                  <a:txBody>
                    <a:bodyPr/>
                    <a:lstStyle/>
                    <a:p>
                      <a:pPr algn="ctr"/>
                      <a:r>
                        <a:rPr lang="en-IN"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 AND AUTHOR NAME</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CONTENTS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0302998"/>
                  </a:ext>
                </a:extLst>
              </a:tr>
              <a:tr h="561575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Title:</a:t>
                      </a:r>
                      <a:r>
                        <a:rPr lang="en-US" sz="1600" dirty="0">
                          <a:latin typeface="Times New Roman" panose="02020603050405020304" pitchFamily="18" charset="0"/>
                          <a:cs typeface="Times New Roman" panose="02020603050405020304" pitchFamily="18" charset="0"/>
                        </a:rPr>
                        <a:t> </a:t>
                      </a:r>
                      <a:r>
                        <a:rPr lang="en-US" sz="1600" i="0" dirty="0">
                          <a:latin typeface="Times New Roman" panose="02020603050405020304" pitchFamily="18" charset="0"/>
                          <a:cs typeface="Times New Roman" panose="02020603050405020304" pitchFamily="18" charset="0"/>
                        </a:rPr>
                        <a:t>Advances in Lightweighting Strategies for Aerospace: Materials, Structures, and Fuel Innovations.</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i="0" dirty="0">
                          <a:latin typeface="Times New Roman" panose="02020603050405020304" pitchFamily="18" charset="0"/>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Author:</a:t>
                      </a:r>
                      <a:r>
                        <a:rPr lang="en-US" sz="1600" dirty="0">
                          <a:latin typeface="Times New Roman" panose="02020603050405020304" pitchFamily="18" charset="0"/>
                          <a:cs typeface="Times New Roman" panose="02020603050405020304" pitchFamily="18" charset="0"/>
                        </a:rPr>
                        <a:t> Tanay Dash</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600" dirty="0">
                        <a:latin typeface="Times New Roman" panose="02020603050405020304" pitchFamily="18" charset="0"/>
                        <a:cs typeface="Times New Roman" panose="02020603050405020304" pitchFamily="18" charset="0"/>
                      </a:endParaRPr>
                    </a:p>
                    <a:p>
                      <a:pPr algn="just"/>
                      <a:r>
                        <a:rPr lang="en-IN" sz="1600" b="1" dirty="0">
                          <a:latin typeface="Times New Roman" panose="02020603050405020304" pitchFamily="18" charset="0"/>
                          <a:cs typeface="Times New Roman" panose="02020603050405020304" pitchFamily="18" charset="0"/>
                        </a:rPr>
                        <a:t>Publisher</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ajosr</a:t>
                      </a:r>
                      <a:r>
                        <a:rPr lang="en-IN" sz="1600" dirty="0">
                          <a:latin typeface="Times New Roman" panose="02020603050405020304" pitchFamily="18" charset="0"/>
                          <a:cs typeface="Times New Roman" panose="02020603050405020304" pitchFamily="18" charset="0"/>
                        </a:rPr>
                        <a:t> organisation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Material Innovations</a:t>
                      </a:r>
                      <a:r>
                        <a:rPr lang="en-US" sz="1600" dirty="0">
                          <a:latin typeface="Times New Roman" panose="02020603050405020304" pitchFamily="18" charset="0"/>
                          <a:cs typeface="Times New Roman" panose="02020603050405020304" pitchFamily="18" charset="0"/>
                        </a:rPr>
                        <a:t>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Examines alloys composites and polymers which are advanced solutions for lightweight structures.</a:t>
                      </a:r>
                    </a:p>
                    <a:p>
                      <a:pPr marL="742950" lvl="1" indent="-28575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Structural Optimization</a:t>
                      </a:r>
                      <a:r>
                        <a:rPr lang="en-US" sz="1600" dirty="0">
                          <a:latin typeface="Times New Roman" panose="02020603050405020304" pitchFamily="18" charset="0"/>
                          <a:cs typeface="Times New Roman" panose="02020603050405020304" pitchFamily="18" charset="0"/>
                        </a:rPr>
                        <a:t>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Discusses fuselage designs such as circular fuselages (hoop tension) and hybrid wing-body structures.</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Introduces ribbed shells, honeycomb structures, and sandwich shells to balance strength and weight.</a:t>
                      </a:r>
                    </a:p>
                    <a:p>
                      <a:pPr lvl="1" algn="just"/>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latin typeface="Times New Roman" panose="02020603050405020304" pitchFamily="18" charset="0"/>
                          <a:cs typeface="Times New Roman" panose="02020603050405020304" pitchFamily="18" charset="0"/>
                        </a:rPr>
                        <a:t>The paper shows that </a:t>
                      </a:r>
                      <a:r>
                        <a:rPr lang="en-US" sz="1600" b="1" dirty="0">
                          <a:latin typeface="Times New Roman" panose="02020603050405020304" pitchFamily="18" charset="0"/>
                          <a:cs typeface="Times New Roman" panose="02020603050405020304" pitchFamily="18" charset="0"/>
                        </a:rPr>
                        <a:t>lightweighting is a holistic aerospace strategy</a:t>
                      </a:r>
                      <a:r>
                        <a:rPr lang="en-US" sz="1600" dirty="0">
                          <a:latin typeface="Times New Roman" panose="02020603050405020304" pitchFamily="18" charset="0"/>
                          <a:cs typeface="Times New Roman" panose="02020603050405020304" pitchFamily="18" charset="0"/>
                        </a:rPr>
                        <a:t> combining materials, structures, and fuel systems. Each approach individually offers benefits, but together they create a synergistic effect that enhances performance, reduces environmental impact, and lowers costs.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latin typeface="Times New Roman" panose="02020603050405020304" pitchFamily="18" charset="0"/>
                          <a:cs typeface="Times New Roman" panose="02020603050405020304" pitchFamily="18" charset="0"/>
                        </a:rPr>
                        <a:t>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latin typeface="Times New Roman" panose="02020603050405020304" pitchFamily="18" charset="0"/>
                          <a:cs typeface="Times New Roman" panose="02020603050405020304" pitchFamily="18" charset="0"/>
                        </a:rPr>
                        <a:t>The inference is that future aerospace progress will rely on the </a:t>
                      </a:r>
                      <a:r>
                        <a:rPr lang="en-US" sz="1600" b="1" dirty="0">
                          <a:latin typeface="Times New Roman" panose="02020603050405020304" pitchFamily="18" charset="0"/>
                          <a:cs typeface="Times New Roman" panose="02020603050405020304" pitchFamily="18" charset="0"/>
                        </a:rPr>
                        <a:t>integration of multiple lightweighting strategies</a:t>
                      </a:r>
                      <a:r>
                        <a:rPr lang="en-US" sz="1600" dirty="0">
                          <a:latin typeface="Times New Roman" panose="02020603050405020304" pitchFamily="18" charset="0"/>
                          <a:cs typeface="Times New Roman" panose="02020603050405020304" pitchFamily="18" charset="0"/>
                        </a:rPr>
                        <a:t> to achieve sustainable, efficient, and advanced flight</a:t>
                      </a:r>
                    </a:p>
                    <a:p>
                      <a:pPr marL="0" indent="0" algn="just">
                        <a:buFont typeface="Arial" panose="020B0604020202020204" pitchFamily="34" charset="0"/>
                        <a:buNone/>
                      </a:pP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318807"/>
                  </a:ext>
                </a:extLst>
              </a:tr>
            </a:tbl>
          </a:graphicData>
        </a:graphic>
      </p:graphicFrame>
      <p:sp>
        <p:nvSpPr>
          <p:cNvPr id="7" name="Title 1">
            <a:extLst>
              <a:ext uri="{FF2B5EF4-FFF2-40B4-BE49-F238E27FC236}">
                <a16:creationId xmlns:a16="http://schemas.microsoft.com/office/drawing/2014/main" id="{107184B2-1370-1D15-CDCB-CF6FF8B072F7}"/>
              </a:ext>
            </a:extLst>
          </p:cNvPr>
          <p:cNvSpPr txBox="1">
            <a:spLocks/>
          </p:cNvSpPr>
          <p:nvPr/>
        </p:nvSpPr>
        <p:spPr bwMode="auto">
          <a:xfrm>
            <a:off x="766572" y="233448"/>
            <a:ext cx="10658856" cy="39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IN" sz="3600" b="1" dirty="0">
                <a:latin typeface="Times New Roman" panose="02020603050405020304" pitchFamily="18" charset="0"/>
                <a:cs typeface="Times New Roman" panose="02020603050405020304" pitchFamily="18" charset="0"/>
              </a:rPr>
              <a:t>LITERATURE SURVEY</a:t>
            </a:r>
            <a:endParaRPr lang="en-IN" sz="3600" dirty="0"/>
          </a:p>
        </p:txBody>
      </p:sp>
    </p:spTree>
    <p:extLst>
      <p:ext uri="{BB962C8B-B14F-4D97-AF65-F5344CB8AC3E}">
        <p14:creationId xmlns:p14="http://schemas.microsoft.com/office/powerpoint/2010/main" val="1057819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AD701-A9BF-4416-DBCD-812901831C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D7F8F1-DBC5-3563-F430-4A4D9153F1B2}"/>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AB54FC6-7D63-1DF2-4F95-DD723476EF34}"/>
              </a:ext>
            </a:extLst>
          </p:cNvPr>
          <p:cNvSpPr>
            <a:spLocks noGrp="1"/>
          </p:cNvSpPr>
          <p:nvPr>
            <p:ph type="sldNum" sz="quarter" idx="12"/>
          </p:nvPr>
        </p:nvSpPr>
        <p:spPr/>
        <p:txBody>
          <a:bodyPr/>
          <a:lstStyle/>
          <a:p>
            <a:fld id="{76242008-1204-4961-B4CB-0F201590C5B7}" type="slidenum">
              <a:rPr lang="en-IN" smtClean="0"/>
              <a:t>16</a:t>
            </a:fld>
            <a:endParaRPr lang="en-IN"/>
          </a:p>
        </p:txBody>
      </p:sp>
      <p:sp>
        <p:nvSpPr>
          <p:cNvPr id="6" name="Slide Number Placeholder 3">
            <a:extLst>
              <a:ext uri="{FF2B5EF4-FFF2-40B4-BE49-F238E27FC236}">
                <a16:creationId xmlns:a16="http://schemas.microsoft.com/office/drawing/2014/main" id="{531FE08D-16A8-D178-5426-56ACCFB938C8}"/>
              </a:ext>
            </a:extLst>
          </p:cNvPr>
          <p:cNvSpPr txBox="1">
            <a:spLocks/>
          </p:cNvSpPr>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6242008-1204-4961-B4CB-0F201590C5B7}" type="slidenum">
              <a:rPr lang="en-IN" smtClean="0"/>
              <a:pPr/>
              <a:t>16</a:t>
            </a:fld>
            <a:endParaRPr lang="en-IN"/>
          </a:p>
        </p:txBody>
      </p:sp>
      <p:graphicFrame>
        <p:nvGraphicFramePr>
          <p:cNvPr id="7" name="Table 6">
            <a:extLst>
              <a:ext uri="{FF2B5EF4-FFF2-40B4-BE49-F238E27FC236}">
                <a16:creationId xmlns:a16="http://schemas.microsoft.com/office/drawing/2014/main" id="{D8B6167D-AC7B-F189-DD2C-6573F360316B}"/>
              </a:ext>
            </a:extLst>
          </p:cNvPr>
          <p:cNvGraphicFramePr>
            <a:graphicFrameLocks noGrp="1"/>
          </p:cNvGraphicFramePr>
          <p:nvPr>
            <p:extLst>
              <p:ext uri="{D42A27DB-BD31-4B8C-83A1-F6EECF244321}">
                <p14:modId xmlns:p14="http://schemas.microsoft.com/office/powerpoint/2010/main" val="3618936834"/>
              </p:ext>
            </p:extLst>
          </p:nvPr>
        </p:nvGraphicFramePr>
        <p:xfrm>
          <a:off x="188214" y="690334"/>
          <a:ext cx="11815572" cy="6065520"/>
        </p:xfrm>
        <a:graphic>
          <a:graphicData uri="http://schemas.openxmlformats.org/drawingml/2006/table">
            <a:tbl>
              <a:tblPr firstRow="1" bandRow="1">
                <a:tableStyleId>{5C22544A-7EE6-4342-B048-85BDC9FD1C3A}</a:tableStyleId>
              </a:tblPr>
              <a:tblGrid>
                <a:gridCol w="3938524">
                  <a:extLst>
                    <a:ext uri="{9D8B030D-6E8A-4147-A177-3AD203B41FA5}">
                      <a16:colId xmlns:a16="http://schemas.microsoft.com/office/drawing/2014/main" val="3582126806"/>
                    </a:ext>
                  </a:extLst>
                </a:gridCol>
                <a:gridCol w="3938524">
                  <a:extLst>
                    <a:ext uri="{9D8B030D-6E8A-4147-A177-3AD203B41FA5}">
                      <a16:colId xmlns:a16="http://schemas.microsoft.com/office/drawing/2014/main" val="2927377969"/>
                    </a:ext>
                  </a:extLst>
                </a:gridCol>
                <a:gridCol w="3938524">
                  <a:extLst>
                    <a:ext uri="{9D8B030D-6E8A-4147-A177-3AD203B41FA5}">
                      <a16:colId xmlns:a16="http://schemas.microsoft.com/office/drawing/2014/main" val="3072542474"/>
                    </a:ext>
                  </a:extLst>
                </a:gridCol>
              </a:tblGrid>
              <a:tr h="348846">
                <a:tc>
                  <a:txBody>
                    <a:bodyPr/>
                    <a:lstStyle/>
                    <a:p>
                      <a:pPr algn="ctr"/>
                      <a:r>
                        <a:rPr lang="en-IN"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 AND AUTHOR NAME</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CONTENTS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0237059"/>
                  </a:ext>
                </a:extLst>
              </a:tr>
              <a:tr h="5615756">
                <a:tc>
                  <a:txBody>
                    <a:bodyPr/>
                    <a:lstStyle/>
                    <a:p>
                      <a:pPr algn="just"/>
                      <a:r>
                        <a:rPr lang="en-US" sz="1600" b="1" dirty="0">
                          <a:latin typeface="Times New Roman" panose="02020603050405020304" pitchFamily="18" charset="0"/>
                          <a:cs typeface="Times New Roman" panose="02020603050405020304" pitchFamily="18" charset="0"/>
                        </a:rPr>
                        <a:t>Title: </a:t>
                      </a:r>
                      <a:r>
                        <a:rPr lang="en-US" sz="1600" dirty="0">
                          <a:latin typeface="Times New Roman" panose="02020603050405020304" pitchFamily="18" charset="0"/>
                          <a:cs typeface="Times New Roman" panose="02020603050405020304" pitchFamily="18" charset="0"/>
                        </a:rPr>
                        <a:t>Test and Analysis of Buckling-Critical Stiffened Metallic Launch Vehicle Cylinder.</a:t>
                      </a:r>
                    </a:p>
                    <a:p>
                      <a:pPr algn="just"/>
                      <a:endParaRPr lang="en-US" sz="1600" dirty="0">
                        <a:latin typeface="Times New Roman" panose="02020603050405020304" pitchFamily="18" charset="0"/>
                        <a:cs typeface="Times New Roman" panose="02020603050405020304" pitchFamily="18" charset="0"/>
                      </a:endParaRPr>
                    </a:p>
                    <a:p>
                      <a:pPr algn="l"/>
                      <a:r>
                        <a:rPr lang="en-IN" sz="1600" b="1" dirty="0">
                          <a:latin typeface="Times New Roman" panose="02020603050405020304" pitchFamily="18" charset="0"/>
                          <a:cs typeface="Times New Roman" panose="02020603050405020304" pitchFamily="18" charset="0"/>
                        </a:rPr>
                        <a:t>Authors : </a:t>
                      </a:r>
                      <a:r>
                        <a:rPr lang="en-IN" sz="1600" b="0" dirty="0">
                          <a:latin typeface="Times New Roman" panose="02020603050405020304" pitchFamily="18" charset="0"/>
                          <a:cs typeface="Times New Roman" panose="02020603050405020304" pitchFamily="18" charset="0"/>
                        </a:rPr>
                        <a:t>Mark W. Hilburger, Michael C. Lindell, W. Allen Waters, Nathaniel W. Gardner.</a:t>
                      </a:r>
                    </a:p>
                    <a:p>
                      <a:pPr algn="l"/>
                      <a:endParaRPr lang="en-IN" sz="1600" b="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Publisher: </a:t>
                      </a:r>
                      <a:r>
                        <a:rPr lang="en-US" sz="1600" b="0" dirty="0">
                          <a:latin typeface="Times New Roman" panose="02020603050405020304" pitchFamily="18" charset="0"/>
                          <a:cs typeface="Times New Roman" panose="02020603050405020304" pitchFamily="18" charset="0"/>
                        </a:rPr>
                        <a:t>American Institute of Aeronautics and Astronautics (AIAA)</a:t>
                      </a: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Subscale cylinders: 8-ft diameter, 6.5-ft length.. Constructed from Al-Li 2195 panels with </a:t>
                      </a:r>
                      <a:r>
                        <a:rPr lang="en-IN" sz="1600" dirty="0" err="1">
                          <a:latin typeface="Times New Roman" panose="02020603050405020304" pitchFamily="18" charset="0"/>
                          <a:cs typeface="Times New Roman" panose="02020603050405020304" pitchFamily="18" charset="0"/>
                        </a:rPr>
                        <a:t>orthogrid</a:t>
                      </a:r>
                      <a:r>
                        <a:rPr lang="en-IN" sz="1600" dirty="0">
                          <a:latin typeface="Times New Roman" panose="02020603050405020304" pitchFamily="18" charset="0"/>
                          <a:cs typeface="Times New Roman" panose="02020603050405020304" pitchFamily="18" charset="0"/>
                        </a:rPr>
                        <a:t> and </a:t>
                      </a:r>
                      <a:r>
                        <a:rPr lang="en-IN" sz="1600" dirty="0" err="1">
                          <a:latin typeface="Times New Roman" panose="02020603050405020304" pitchFamily="18" charset="0"/>
                          <a:cs typeface="Times New Roman" panose="02020603050405020304" pitchFamily="18" charset="0"/>
                        </a:rPr>
                        <a:t>isogrid</a:t>
                      </a:r>
                      <a:r>
                        <a:rPr lang="en-IN" sz="1600" dirty="0">
                          <a:latin typeface="Times New Roman" panose="02020603050405020304" pitchFamily="18" charset="0"/>
                          <a:cs typeface="Times New Roman" panose="02020603050405020304" pitchFamily="18" charset="0"/>
                        </a:rPr>
                        <a:t> stiffener patterns. Weld land designs: tapered stiffener (TS) and picture frame (PF).</a:t>
                      </a:r>
                    </a:p>
                    <a:p>
                      <a:pPr marL="285750" indent="-28575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Finite element models developed using Abaqus.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Included load introduction structures, attachment rings, and measured imperfections. Used shell elements for skin/stiffeners, beam elements for load lines.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Material properties: Al-Li 2195 assumed isotropic, linear elastic. Analyses included nonlinear static and dynamic simulations to capture </a:t>
                      </a:r>
                      <a:r>
                        <a:rPr lang="en-US" sz="1600" dirty="0" err="1">
                          <a:latin typeface="Times New Roman" panose="02020603050405020304" pitchFamily="18" charset="0"/>
                          <a:cs typeface="Times New Roman" panose="02020603050405020304" pitchFamily="18" charset="0"/>
                        </a:rPr>
                        <a:t>prebuckling</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postbuckling</a:t>
                      </a:r>
                      <a:r>
                        <a:rPr lang="en-US" sz="1600" dirty="0">
                          <a:latin typeface="Times New Roman" panose="02020603050405020304" pitchFamily="18" charset="0"/>
                          <a:cs typeface="Times New Roman" panose="02020603050405020304" pitchFamily="18" charset="0"/>
                        </a:rPr>
                        <a:t> behavior.</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Buckling occurred at ~647 kips, followed by collapse and load reduction to ~312 kips. which reduced its load carrying capacity by 50% after buckling</a:t>
                      </a:r>
                      <a:r>
                        <a:rPr lang="en-IN" sz="16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Buckling behavior of stiffened metallic cylinders is highly sensitive to geometric imperfections and weld land details.</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Simplified models provide initial predictions but require refinement to match experimental data.</a:t>
                      </a:r>
                    </a:p>
                    <a:p>
                      <a:pPr marL="0" indent="0" algn="just">
                        <a:buFont typeface="Arial" panose="020B0604020202020204" pitchFamily="34" charset="0"/>
                        <a:buNone/>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Updated knockdown factors must incorporate manufacturing realities and imperfection effects.</a:t>
                      </a:r>
                    </a:p>
                    <a:p>
                      <a:pPr marL="285750" indent="-285750" algn="just">
                        <a:buFont typeface="Arial" panose="020B0604020202020204" pitchFamily="34" charset="0"/>
                        <a:buChar char="•"/>
                      </a:pPr>
                      <a:endParaRPr lang="en-US" sz="1600" b="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dirty="0">
                          <a:latin typeface="Times New Roman" panose="02020603050405020304" pitchFamily="18" charset="0"/>
                          <a:cs typeface="Times New Roman" panose="02020603050405020304" pitchFamily="18" charset="0"/>
                        </a:rPr>
                        <a:t>The SBKF program is crucial for modernizing NASA’s design guidelines for launch vehicle structures.</a:t>
                      </a:r>
                      <a:endParaRPr lang="en-IN" sz="16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870839"/>
                  </a:ext>
                </a:extLst>
              </a:tr>
            </a:tbl>
          </a:graphicData>
        </a:graphic>
      </p:graphicFrame>
      <p:sp>
        <p:nvSpPr>
          <p:cNvPr id="8" name="Title 1">
            <a:extLst>
              <a:ext uri="{FF2B5EF4-FFF2-40B4-BE49-F238E27FC236}">
                <a16:creationId xmlns:a16="http://schemas.microsoft.com/office/drawing/2014/main" id="{93B837EC-C566-730E-9FC1-3F5C861BFB5A}"/>
              </a:ext>
            </a:extLst>
          </p:cNvPr>
          <p:cNvSpPr txBox="1">
            <a:spLocks/>
          </p:cNvSpPr>
          <p:nvPr/>
        </p:nvSpPr>
        <p:spPr bwMode="auto">
          <a:xfrm>
            <a:off x="766572" y="233448"/>
            <a:ext cx="10658856" cy="39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IN" sz="3600" b="1" dirty="0">
                <a:latin typeface="Times New Roman" panose="02020603050405020304" pitchFamily="18" charset="0"/>
                <a:cs typeface="Times New Roman" panose="02020603050405020304" pitchFamily="18" charset="0"/>
              </a:rPr>
              <a:t>LITERATURE SURVEY</a:t>
            </a:r>
            <a:endParaRPr lang="en-IN" sz="3600" dirty="0"/>
          </a:p>
        </p:txBody>
      </p:sp>
    </p:spTree>
    <p:extLst>
      <p:ext uri="{BB962C8B-B14F-4D97-AF65-F5344CB8AC3E}">
        <p14:creationId xmlns:p14="http://schemas.microsoft.com/office/powerpoint/2010/main" val="1386688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5B6910-6BAE-9B53-6C70-8BC180BECDB7}"/>
              </a:ext>
            </a:extLst>
          </p:cNvPr>
          <p:cNvSpPr>
            <a:spLocks noGrp="1"/>
          </p:cNvSpPr>
          <p:nvPr>
            <p:ph type="sldNum" sz="quarter" idx="12"/>
          </p:nvPr>
        </p:nvSpPr>
        <p:spPr/>
        <p:txBody>
          <a:bodyPr/>
          <a:lstStyle/>
          <a:p>
            <a:fld id="{76242008-1204-4961-B4CB-0F201590C5B7}" type="slidenum">
              <a:rPr lang="en-IN" smtClean="0"/>
              <a:t>17</a:t>
            </a:fld>
            <a:endParaRPr lang="en-IN"/>
          </a:p>
        </p:txBody>
      </p:sp>
      <p:sp>
        <p:nvSpPr>
          <p:cNvPr id="11" name="Rectangle 15">
            <a:extLst>
              <a:ext uri="{FF2B5EF4-FFF2-40B4-BE49-F238E27FC236}">
                <a16:creationId xmlns:a16="http://schemas.microsoft.com/office/drawing/2014/main" id="{D8B19CD4-33D9-8BFF-031F-2B184B07AD1A}"/>
              </a:ext>
            </a:extLst>
          </p:cNvPr>
          <p:cNvSpPr>
            <a:spLocks noChangeArrowheads="1"/>
          </p:cNvSpPr>
          <p:nvPr/>
        </p:nvSpPr>
        <p:spPr bwMode="auto">
          <a:xfrm>
            <a:off x="1495064" y="81113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61418" tIns="53958" rIns="2399544" bIns="0" numCol="1" anchor="ctr" anchorCtr="0" compatLnSpc="1">
            <a:prstTxWarp prst="textNoShape">
              <a:avLst/>
            </a:prstTxWarp>
            <a:spAutoFit/>
          </a:bodyPr>
          <a:lstStyle>
            <a:lvl1pPr eaLnBrk="0" fontAlgn="base" hangingPunct="0">
              <a:spcBef>
                <a:spcPct val="0"/>
              </a:spcBef>
              <a:spcAft>
                <a:spcPct val="0"/>
              </a:spcAft>
              <a:tabLst>
                <a:tab pos="3127375" algn="ctr"/>
              </a:tabLst>
              <a:defRPr>
                <a:solidFill>
                  <a:schemeClr val="tx1"/>
                </a:solidFill>
                <a:latin typeface="Arial" panose="020B0604020202020204" pitchFamily="34" charset="0"/>
              </a:defRPr>
            </a:lvl1pPr>
            <a:lvl2pPr eaLnBrk="0" fontAlgn="base" hangingPunct="0">
              <a:spcBef>
                <a:spcPct val="0"/>
              </a:spcBef>
              <a:spcAft>
                <a:spcPct val="0"/>
              </a:spcAft>
              <a:tabLst>
                <a:tab pos="3127375" algn="ctr"/>
              </a:tabLst>
              <a:defRPr>
                <a:solidFill>
                  <a:schemeClr val="tx1"/>
                </a:solidFill>
                <a:latin typeface="Arial" panose="020B0604020202020204" pitchFamily="34" charset="0"/>
              </a:defRPr>
            </a:lvl2pPr>
            <a:lvl3pPr eaLnBrk="0" fontAlgn="base" hangingPunct="0">
              <a:spcBef>
                <a:spcPct val="0"/>
              </a:spcBef>
              <a:spcAft>
                <a:spcPct val="0"/>
              </a:spcAft>
              <a:tabLst>
                <a:tab pos="3127375" algn="ctr"/>
              </a:tabLst>
              <a:defRPr>
                <a:solidFill>
                  <a:schemeClr val="tx1"/>
                </a:solidFill>
                <a:latin typeface="Arial" panose="020B0604020202020204" pitchFamily="34" charset="0"/>
              </a:defRPr>
            </a:lvl3pPr>
            <a:lvl4pPr eaLnBrk="0" fontAlgn="base" hangingPunct="0">
              <a:spcBef>
                <a:spcPct val="0"/>
              </a:spcBef>
              <a:spcAft>
                <a:spcPct val="0"/>
              </a:spcAft>
              <a:tabLst>
                <a:tab pos="3127375" algn="ctr"/>
              </a:tabLst>
              <a:defRPr>
                <a:solidFill>
                  <a:schemeClr val="tx1"/>
                </a:solidFill>
                <a:latin typeface="Arial" panose="020B0604020202020204" pitchFamily="34" charset="0"/>
              </a:defRPr>
            </a:lvl4pPr>
            <a:lvl5pPr eaLnBrk="0" fontAlgn="base" hangingPunct="0">
              <a:spcBef>
                <a:spcPct val="0"/>
              </a:spcBef>
              <a:spcAft>
                <a:spcPct val="0"/>
              </a:spcAft>
              <a:tabLst>
                <a:tab pos="3127375" algn="ctr"/>
              </a:tabLst>
              <a:defRPr>
                <a:solidFill>
                  <a:schemeClr val="tx1"/>
                </a:solidFill>
                <a:latin typeface="Arial" panose="020B0604020202020204" pitchFamily="34" charset="0"/>
              </a:defRPr>
            </a:lvl5pPr>
            <a:lvl6pPr eaLnBrk="0" fontAlgn="base" hangingPunct="0">
              <a:spcBef>
                <a:spcPct val="0"/>
              </a:spcBef>
              <a:spcAft>
                <a:spcPct val="0"/>
              </a:spcAft>
              <a:tabLst>
                <a:tab pos="3127375" algn="ctr"/>
              </a:tabLst>
              <a:defRPr>
                <a:solidFill>
                  <a:schemeClr val="tx1"/>
                </a:solidFill>
                <a:latin typeface="Arial" panose="020B0604020202020204" pitchFamily="34" charset="0"/>
              </a:defRPr>
            </a:lvl6pPr>
            <a:lvl7pPr eaLnBrk="0" fontAlgn="base" hangingPunct="0">
              <a:spcBef>
                <a:spcPct val="0"/>
              </a:spcBef>
              <a:spcAft>
                <a:spcPct val="0"/>
              </a:spcAft>
              <a:tabLst>
                <a:tab pos="3127375" algn="ctr"/>
              </a:tabLst>
              <a:defRPr>
                <a:solidFill>
                  <a:schemeClr val="tx1"/>
                </a:solidFill>
                <a:latin typeface="Arial" panose="020B0604020202020204" pitchFamily="34" charset="0"/>
              </a:defRPr>
            </a:lvl7pPr>
            <a:lvl8pPr eaLnBrk="0" fontAlgn="base" hangingPunct="0">
              <a:spcBef>
                <a:spcPct val="0"/>
              </a:spcBef>
              <a:spcAft>
                <a:spcPct val="0"/>
              </a:spcAft>
              <a:tabLst>
                <a:tab pos="3127375" algn="ctr"/>
              </a:tabLst>
              <a:defRPr>
                <a:solidFill>
                  <a:schemeClr val="tx1"/>
                </a:solidFill>
                <a:latin typeface="Arial" panose="020B0604020202020204" pitchFamily="34" charset="0"/>
              </a:defRPr>
            </a:lvl8pPr>
            <a:lvl9pPr eaLnBrk="0" fontAlgn="base" hangingPunct="0">
              <a:spcBef>
                <a:spcPct val="0"/>
              </a:spcBef>
              <a:spcAft>
                <a:spcPct val="0"/>
              </a:spcAft>
              <a:tabLst>
                <a:tab pos="3127375" algn="ct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127375" algn="ctr"/>
              </a:tabLst>
            </a:pPr>
            <a:endParaRPr kumimoji="0" lang="en-US" altLang="en-US" sz="1600" b="1" i="0" u="none"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127375" algn="ct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16">
            <a:extLst>
              <a:ext uri="{FF2B5EF4-FFF2-40B4-BE49-F238E27FC236}">
                <a16:creationId xmlns:a16="http://schemas.microsoft.com/office/drawing/2014/main" id="{E67064B3-B486-7166-8502-E1331E33E263}"/>
              </a:ext>
            </a:extLst>
          </p:cNvPr>
          <p:cNvSpPr>
            <a:spLocks noChangeArrowheads="1"/>
          </p:cNvSpPr>
          <p:nvPr/>
        </p:nvSpPr>
        <p:spPr bwMode="auto">
          <a:xfrm>
            <a:off x="1495064" y="12635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17">
            <a:extLst>
              <a:ext uri="{FF2B5EF4-FFF2-40B4-BE49-F238E27FC236}">
                <a16:creationId xmlns:a16="http://schemas.microsoft.com/office/drawing/2014/main" id="{BE62F8E1-8D13-2BCA-104F-40546FD51EAD}"/>
              </a:ext>
            </a:extLst>
          </p:cNvPr>
          <p:cNvSpPr>
            <a:spLocks noChangeArrowheads="1"/>
          </p:cNvSpPr>
          <p:nvPr/>
        </p:nvSpPr>
        <p:spPr bwMode="auto">
          <a:xfrm>
            <a:off x="1495064" y="12635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	</a:t>
            </a:r>
            <a:r>
              <a:rPr kumimoji="0" lang="en-US" altLang="en-US" sz="8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58AC498F-A51B-33E5-E3AB-C039E450B07F}"/>
              </a:ext>
            </a:extLst>
          </p:cNvPr>
          <p:cNvSpPr txBox="1"/>
          <p:nvPr/>
        </p:nvSpPr>
        <p:spPr>
          <a:xfrm>
            <a:off x="3383284" y="102001"/>
            <a:ext cx="468915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Methodology</a:t>
            </a:r>
          </a:p>
        </p:txBody>
      </p:sp>
      <p:sp>
        <p:nvSpPr>
          <p:cNvPr id="17" name="TextBox 16">
            <a:extLst>
              <a:ext uri="{FF2B5EF4-FFF2-40B4-BE49-F238E27FC236}">
                <a16:creationId xmlns:a16="http://schemas.microsoft.com/office/drawing/2014/main" id="{B6F25FA3-79F9-9A1E-B92D-5DD5F26B41AA}"/>
              </a:ext>
            </a:extLst>
          </p:cNvPr>
          <p:cNvSpPr txBox="1"/>
          <p:nvPr/>
        </p:nvSpPr>
        <p:spPr>
          <a:xfrm>
            <a:off x="4143732" y="961802"/>
            <a:ext cx="2870521" cy="369332"/>
          </a:xfrm>
          <a:prstGeom prst="rect">
            <a:avLst/>
          </a:prstGeom>
          <a:solidFill>
            <a:schemeClr val="accent1">
              <a:lumMod val="90000"/>
            </a:schemeClr>
          </a:solidFill>
        </p:spPr>
        <p:txBody>
          <a:bodyPr wrap="square" rtlCol="0">
            <a:spAutoFit/>
          </a:bodyPr>
          <a:lstStyle/>
          <a:p>
            <a:pPr algn="ctr"/>
            <a:r>
              <a:rPr lang="en-US" b="1" dirty="0">
                <a:solidFill>
                  <a:sysClr val="windowText" lastClr="000000"/>
                </a:solidFill>
                <a:latin typeface="Times New Roman" panose="02020603050405020304" pitchFamily="18" charset="0"/>
                <a:cs typeface="Times New Roman" panose="02020603050405020304" pitchFamily="18" charset="0"/>
              </a:rPr>
              <a:t>Problem Identification</a:t>
            </a:r>
          </a:p>
        </p:txBody>
      </p:sp>
      <p:sp>
        <p:nvSpPr>
          <p:cNvPr id="19" name="TextBox 18">
            <a:extLst>
              <a:ext uri="{FF2B5EF4-FFF2-40B4-BE49-F238E27FC236}">
                <a16:creationId xmlns:a16="http://schemas.microsoft.com/office/drawing/2014/main" id="{9003EF75-B526-1FA0-ED98-B425B90FA753}"/>
              </a:ext>
            </a:extLst>
          </p:cNvPr>
          <p:cNvSpPr txBox="1"/>
          <p:nvPr/>
        </p:nvSpPr>
        <p:spPr>
          <a:xfrm>
            <a:off x="4143732" y="1988400"/>
            <a:ext cx="2870521" cy="369332"/>
          </a:xfrm>
          <a:prstGeom prst="rect">
            <a:avLst/>
          </a:prstGeom>
          <a:solidFill>
            <a:schemeClr val="accent1">
              <a:lumMod val="90000"/>
            </a:schemeClr>
          </a:solidFill>
        </p:spPr>
        <p:txBody>
          <a:bodyPr wrap="square" rtlCol="0">
            <a:spAutoFit/>
          </a:bodyPr>
          <a:lstStyle/>
          <a:p>
            <a:pPr algn="ctr"/>
            <a:r>
              <a:rPr lang="en-US" b="1" dirty="0">
                <a:solidFill>
                  <a:sysClr val="windowText" lastClr="000000"/>
                </a:solidFill>
                <a:latin typeface="Times New Roman" panose="02020603050405020304" pitchFamily="18" charset="0"/>
                <a:cs typeface="Times New Roman" panose="02020603050405020304" pitchFamily="18" charset="0"/>
              </a:rPr>
              <a:t>Literature survey</a:t>
            </a:r>
          </a:p>
        </p:txBody>
      </p:sp>
      <p:sp>
        <p:nvSpPr>
          <p:cNvPr id="21" name="TextBox 20">
            <a:extLst>
              <a:ext uri="{FF2B5EF4-FFF2-40B4-BE49-F238E27FC236}">
                <a16:creationId xmlns:a16="http://schemas.microsoft.com/office/drawing/2014/main" id="{8DC5202B-CE72-54AB-431C-902DCDE21020}"/>
              </a:ext>
            </a:extLst>
          </p:cNvPr>
          <p:cNvSpPr txBox="1"/>
          <p:nvPr/>
        </p:nvSpPr>
        <p:spPr>
          <a:xfrm>
            <a:off x="4143732" y="2989411"/>
            <a:ext cx="2870521" cy="369332"/>
          </a:xfrm>
          <a:prstGeom prst="rect">
            <a:avLst/>
          </a:prstGeom>
          <a:solidFill>
            <a:schemeClr val="accent1">
              <a:lumMod val="90000"/>
            </a:schemeClr>
          </a:solid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Design of the model</a:t>
            </a:r>
          </a:p>
        </p:txBody>
      </p:sp>
      <p:sp>
        <p:nvSpPr>
          <p:cNvPr id="22" name="TextBox 21">
            <a:extLst>
              <a:ext uri="{FF2B5EF4-FFF2-40B4-BE49-F238E27FC236}">
                <a16:creationId xmlns:a16="http://schemas.microsoft.com/office/drawing/2014/main" id="{0BE3B67E-C676-99EE-9FD7-AF91C96822D6}"/>
              </a:ext>
            </a:extLst>
          </p:cNvPr>
          <p:cNvSpPr txBox="1"/>
          <p:nvPr/>
        </p:nvSpPr>
        <p:spPr>
          <a:xfrm>
            <a:off x="4143732" y="4973096"/>
            <a:ext cx="2870521" cy="369332"/>
          </a:xfrm>
          <a:prstGeom prst="rect">
            <a:avLst/>
          </a:prstGeom>
          <a:solidFill>
            <a:schemeClr val="accent1">
              <a:lumMod val="90000"/>
            </a:schemeClr>
          </a:solid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Prototyping </a:t>
            </a:r>
          </a:p>
        </p:txBody>
      </p:sp>
      <p:sp>
        <p:nvSpPr>
          <p:cNvPr id="23" name="TextBox 22">
            <a:extLst>
              <a:ext uri="{FF2B5EF4-FFF2-40B4-BE49-F238E27FC236}">
                <a16:creationId xmlns:a16="http://schemas.microsoft.com/office/drawing/2014/main" id="{BA94E8FD-2622-618D-57C3-CB237CB9BBF8}"/>
              </a:ext>
            </a:extLst>
          </p:cNvPr>
          <p:cNvSpPr txBox="1"/>
          <p:nvPr/>
        </p:nvSpPr>
        <p:spPr>
          <a:xfrm>
            <a:off x="4143734" y="6060559"/>
            <a:ext cx="2870521" cy="369332"/>
          </a:xfrm>
          <a:prstGeom prst="rect">
            <a:avLst/>
          </a:prstGeom>
          <a:solidFill>
            <a:schemeClr val="accent1">
              <a:lumMod val="90000"/>
            </a:schemeClr>
          </a:solidFill>
        </p:spPr>
        <p:txBody>
          <a:bodyPr wrap="square" rtlCol="0">
            <a:spAutoFit/>
          </a:bodyPr>
          <a:lstStyle/>
          <a:p>
            <a:pPr algn="ctr"/>
            <a:r>
              <a:rPr lang="en-US"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Evaluation of results</a:t>
            </a:r>
          </a:p>
        </p:txBody>
      </p:sp>
      <p:sp>
        <p:nvSpPr>
          <p:cNvPr id="24" name="Arrow: Down 23">
            <a:extLst>
              <a:ext uri="{FF2B5EF4-FFF2-40B4-BE49-F238E27FC236}">
                <a16:creationId xmlns:a16="http://schemas.microsoft.com/office/drawing/2014/main" id="{7DC55643-001C-EE26-D5C5-1E8DFF912270}"/>
              </a:ext>
            </a:extLst>
          </p:cNvPr>
          <p:cNvSpPr/>
          <p:nvPr/>
        </p:nvSpPr>
        <p:spPr>
          <a:xfrm>
            <a:off x="5243090" y="1414703"/>
            <a:ext cx="335902" cy="457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Down 25">
            <a:extLst>
              <a:ext uri="{FF2B5EF4-FFF2-40B4-BE49-F238E27FC236}">
                <a16:creationId xmlns:a16="http://schemas.microsoft.com/office/drawing/2014/main" id="{535A995C-54DA-8D73-7477-9F460547BB40}"/>
              </a:ext>
            </a:extLst>
          </p:cNvPr>
          <p:cNvSpPr/>
          <p:nvPr/>
        </p:nvSpPr>
        <p:spPr>
          <a:xfrm>
            <a:off x="5243090" y="2479197"/>
            <a:ext cx="335902" cy="46629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C726A54B-09F3-480A-0574-F253E6AED0CF}"/>
              </a:ext>
            </a:extLst>
          </p:cNvPr>
          <p:cNvSpPr/>
          <p:nvPr/>
        </p:nvSpPr>
        <p:spPr>
          <a:xfrm>
            <a:off x="5243090" y="3433100"/>
            <a:ext cx="335902" cy="457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B3F8F736-780F-E169-5564-2E06990D8632}"/>
              </a:ext>
            </a:extLst>
          </p:cNvPr>
          <p:cNvSpPr/>
          <p:nvPr/>
        </p:nvSpPr>
        <p:spPr>
          <a:xfrm>
            <a:off x="5243090" y="4443227"/>
            <a:ext cx="335902" cy="457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E7B9D9A9-5614-1852-9885-7DEF54B5DE8C}"/>
              </a:ext>
            </a:extLst>
          </p:cNvPr>
          <p:cNvSpPr/>
          <p:nvPr/>
        </p:nvSpPr>
        <p:spPr>
          <a:xfrm>
            <a:off x="5243090" y="5452226"/>
            <a:ext cx="335902" cy="457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37960FF-208E-D745-6D90-5CC4854F1AB4}"/>
              </a:ext>
            </a:extLst>
          </p:cNvPr>
          <p:cNvSpPr txBox="1"/>
          <p:nvPr/>
        </p:nvSpPr>
        <p:spPr>
          <a:xfrm>
            <a:off x="4143732" y="3962969"/>
            <a:ext cx="2870521" cy="369332"/>
          </a:xfrm>
          <a:prstGeom prst="rect">
            <a:avLst/>
          </a:prstGeom>
          <a:solidFill>
            <a:schemeClr val="accent1">
              <a:lumMod val="90000"/>
            </a:schemeClr>
          </a:solid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Ansys </a:t>
            </a:r>
          </a:p>
        </p:txBody>
      </p:sp>
    </p:spTree>
    <p:extLst>
      <p:ext uri="{BB962C8B-B14F-4D97-AF65-F5344CB8AC3E}">
        <p14:creationId xmlns:p14="http://schemas.microsoft.com/office/powerpoint/2010/main" val="1110204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0B8DC3-04F3-6FE8-8CCB-C91AB1CCD9E6}"/>
              </a:ext>
            </a:extLst>
          </p:cNvPr>
          <p:cNvSpPr>
            <a:spLocks noGrp="1"/>
          </p:cNvSpPr>
          <p:nvPr>
            <p:ph type="sldNum" sz="quarter" idx="12"/>
          </p:nvPr>
        </p:nvSpPr>
        <p:spPr/>
        <p:txBody>
          <a:bodyPr/>
          <a:lstStyle/>
          <a:p>
            <a:fld id="{76242008-1204-4961-B4CB-0F201590C5B7}" type="slidenum">
              <a:rPr lang="en-IN" smtClean="0"/>
              <a:t>18</a:t>
            </a:fld>
            <a:endParaRPr lang="en-IN"/>
          </a:p>
        </p:txBody>
      </p:sp>
      <p:sp>
        <p:nvSpPr>
          <p:cNvPr id="5" name="TextBox 4">
            <a:extLst>
              <a:ext uri="{FF2B5EF4-FFF2-40B4-BE49-F238E27FC236}">
                <a16:creationId xmlns:a16="http://schemas.microsoft.com/office/drawing/2014/main" id="{14BCFE3A-1A94-70AA-EB67-4CF9261B248C}"/>
              </a:ext>
            </a:extLst>
          </p:cNvPr>
          <p:cNvSpPr txBox="1"/>
          <p:nvPr/>
        </p:nvSpPr>
        <p:spPr>
          <a:xfrm>
            <a:off x="3644904" y="177281"/>
            <a:ext cx="4081098"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Design of the model </a:t>
            </a:r>
          </a:p>
        </p:txBody>
      </p:sp>
      <p:graphicFrame>
        <p:nvGraphicFramePr>
          <p:cNvPr id="2" name="Table 1">
            <a:extLst>
              <a:ext uri="{FF2B5EF4-FFF2-40B4-BE49-F238E27FC236}">
                <a16:creationId xmlns:a16="http://schemas.microsoft.com/office/drawing/2014/main" id="{9F08DC82-D3D5-3FC5-7A1D-56F8C39D955F}"/>
              </a:ext>
            </a:extLst>
          </p:cNvPr>
          <p:cNvGraphicFramePr>
            <a:graphicFrameLocks noGrp="1"/>
          </p:cNvGraphicFramePr>
          <p:nvPr>
            <p:extLst>
              <p:ext uri="{D42A27DB-BD31-4B8C-83A1-F6EECF244321}">
                <p14:modId xmlns:p14="http://schemas.microsoft.com/office/powerpoint/2010/main" val="3645877846"/>
              </p:ext>
            </p:extLst>
          </p:nvPr>
        </p:nvGraphicFramePr>
        <p:xfrm>
          <a:off x="502298" y="823612"/>
          <a:ext cx="11187403" cy="5493212"/>
        </p:xfrm>
        <a:graphic>
          <a:graphicData uri="http://schemas.openxmlformats.org/drawingml/2006/table">
            <a:tbl>
              <a:tblPr firstRow="1" bandRow="1">
                <a:tableStyleId>{5940675A-B579-460E-94D1-54222C63F5DA}</a:tableStyleId>
              </a:tblPr>
              <a:tblGrid>
                <a:gridCol w="5711890">
                  <a:extLst>
                    <a:ext uri="{9D8B030D-6E8A-4147-A177-3AD203B41FA5}">
                      <a16:colId xmlns:a16="http://schemas.microsoft.com/office/drawing/2014/main" val="1319064206"/>
                    </a:ext>
                  </a:extLst>
                </a:gridCol>
                <a:gridCol w="5475513">
                  <a:extLst>
                    <a:ext uri="{9D8B030D-6E8A-4147-A177-3AD203B41FA5}">
                      <a16:colId xmlns:a16="http://schemas.microsoft.com/office/drawing/2014/main" val="3524907058"/>
                    </a:ext>
                  </a:extLst>
                </a:gridCol>
              </a:tblGrid>
              <a:tr h="5493212">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b="0" dirty="0">
                          <a:solidFill>
                            <a:sysClr val="windowText" lastClr="000000"/>
                          </a:solidFill>
                          <a:latin typeface="Times New Roman" panose="02020603050405020304" pitchFamily="18" charset="0"/>
                          <a:cs typeface="Times New Roman" panose="02020603050405020304" pitchFamily="18" charset="0"/>
                        </a:rPr>
                        <a:t>Fig 1: Front View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b="0" dirty="0">
                          <a:solidFill>
                            <a:sysClr val="windowText" lastClr="000000"/>
                          </a:solidFill>
                          <a:latin typeface="Times New Roman" panose="02020603050405020304" pitchFamily="18" charset="0"/>
                          <a:cs typeface="Times New Roman" panose="02020603050405020304" pitchFamily="18" charset="0"/>
                        </a:rPr>
                        <a:t>Fig 2: Isometric View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59706455"/>
                  </a:ext>
                </a:extLst>
              </a:tr>
            </a:tbl>
          </a:graphicData>
        </a:graphic>
      </p:graphicFrame>
      <p:pic>
        <p:nvPicPr>
          <p:cNvPr id="6" name="Picture 5">
            <a:extLst>
              <a:ext uri="{FF2B5EF4-FFF2-40B4-BE49-F238E27FC236}">
                <a16:creationId xmlns:a16="http://schemas.microsoft.com/office/drawing/2014/main" id="{98580918-5587-76FF-37AE-B2CF3423F94C}"/>
              </a:ext>
            </a:extLst>
          </p:cNvPr>
          <p:cNvPicPr>
            <a:picLocks noChangeAspect="1"/>
          </p:cNvPicPr>
          <p:nvPr/>
        </p:nvPicPr>
        <p:blipFill>
          <a:blip r:embed="rId2">
            <a:extLst>
              <a:ext uri="{28A0092B-C50C-407E-A947-70E740481C1C}">
                <a14:useLocalDpi xmlns:a14="http://schemas.microsoft.com/office/drawing/2010/main" val="0"/>
              </a:ext>
            </a:extLst>
          </a:blip>
          <a:srcRect l="9076" b="2873"/>
          <a:stretch>
            <a:fillRect/>
          </a:stretch>
        </p:blipFill>
        <p:spPr>
          <a:xfrm>
            <a:off x="589889" y="900616"/>
            <a:ext cx="5563651" cy="3798342"/>
          </a:xfrm>
          <a:prstGeom prst="rect">
            <a:avLst/>
          </a:prstGeom>
        </p:spPr>
      </p:pic>
      <p:pic>
        <p:nvPicPr>
          <p:cNvPr id="8" name="Picture 7">
            <a:extLst>
              <a:ext uri="{FF2B5EF4-FFF2-40B4-BE49-F238E27FC236}">
                <a16:creationId xmlns:a16="http://schemas.microsoft.com/office/drawing/2014/main" id="{6DD2A2BB-B1F0-CD7F-7E67-424811EC6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0841" y="900616"/>
            <a:ext cx="5321559" cy="3798342"/>
          </a:xfrm>
          <a:prstGeom prst="rect">
            <a:avLst/>
          </a:prstGeom>
        </p:spPr>
      </p:pic>
      <p:graphicFrame>
        <p:nvGraphicFramePr>
          <p:cNvPr id="9" name="Table 8">
            <a:extLst>
              <a:ext uri="{FF2B5EF4-FFF2-40B4-BE49-F238E27FC236}">
                <a16:creationId xmlns:a16="http://schemas.microsoft.com/office/drawing/2014/main" id="{E70E408E-EC31-B824-BF53-DC6FACAA1D0C}"/>
              </a:ext>
            </a:extLst>
          </p:cNvPr>
          <p:cNvGraphicFramePr>
            <a:graphicFrameLocks noGrp="1"/>
          </p:cNvGraphicFramePr>
          <p:nvPr>
            <p:extLst>
              <p:ext uri="{D42A27DB-BD31-4B8C-83A1-F6EECF244321}">
                <p14:modId xmlns:p14="http://schemas.microsoft.com/office/powerpoint/2010/main" val="4152124527"/>
              </p:ext>
            </p:extLst>
          </p:nvPr>
        </p:nvGraphicFramePr>
        <p:xfrm>
          <a:off x="502298" y="5043178"/>
          <a:ext cx="11187402" cy="1188720"/>
        </p:xfrm>
        <a:graphic>
          <a:graphicData uri="http://schemas.openxmlformats.org/drawingml/2006/table">
            <a:tbl>
              <a:tblPr firstRow="1" bandRow="1">
                <a:tableStyleId>{5C22544A-7EE6-4342-B048-85BDC9FD1C3A}</a:tableStyleId>
              </a:tblPr>
              <a:tblGrid>
                <a:gridCol w="11187402">
                  <a:extLst>
                    <a:ext uri="{9D8B030D-6E8A-4147-A177-3AD203B41FA5}">
                      <a16:colId xmlns:a16="http://schemas.microsoft.com/office/drawing/2014/main" val="3778461600"/>
                    </a:ext>
                  </a:extLst>
                </a:gridCol>
              </a:tblGrid>
              <a:tr h="0">
                <a:tc>
                  <a:txBody>
                    <a:bodyPr/>
                    <a:lstStyle/>
                    <a:p>
                      <a:pPr algn="just"/>
                      <a:r>
                        <a:rPr lang="en-US" b="0" dirty="0">
                          <a:solidFill>
                            <a:sysClr val="windowText" lastClr="000000"/>
                          </a:solidFill>
                          <a:latin typeface="Times New Roman" panose="02020603050405020304" pitchFamily="18" charset="0"/>
                          <a:cs typeface="Times New Roman" panose="02020603050405020304" pitchFamily="18" charset="0"/>
                        </a:rPr>
                        <a:t>The figure shows a cylindrical rocket structure modeled in </a:t>
                      </a:r>
                      <a:r>
                        <a:rPr lang="en-US" b="0" i="1" dirty="0">
                          <a:solidFill>
                            <a:sysClr val="windowText" lastClr="000000"/>
                          </a:solidFill>
                          <a:latin typeface="Times New Roman" panose="02020603050405020304" pitchFamily="18" charset="0"/>
                          <a:cs typeface="Times New Roman" panose="02020603050405020304" pitchFamily="18" charset="0"/>
                        </a:rPr>
                        <a:t>ANSYS 2026 R1 Student Edition</a:t>
                      </a:r>
                      <a:r>
                        <a:rPr lang="en-US" b="0" dirty="0">
                          <a:solidFill>
                            <a:sysClr val="windowText" lastClr="000000"/>
                          </a:solidFill>
                          <a:latin typeface="Times New Roman" panose="02020603050405020304" pitchFamily="18" charset="0"/>
                          <a:cs typeface="Times New Roman" panose="02020603050405020304" pitchFamily="18" charset="0"/>
                        </a:rPr>
                        <a:t>, based on the Falcon 9 design. The model includes blue vertical stiffeners and green circular rings that strengthen the shell and help resist buckling under load. This setup represents the reinforced composite cylinder used in rockets to improve stability and load distribution during launch.</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291811581"/>
                  </a:ext>
                </a:extLst>
              </a:tr>
            </a:tbl>
          </a:graphicData>
        </a:graphic>
      </p:graphicFrame>
    </p:spTree>
    <p:extLst>
      <p:ext uri="{BB962C8B-B14F-4D97-AF65-F5344CB8AC3E}">
        <p14:creationId xmlns:p14="http://schemas.microsoft.com/office/powerpoint/2010/main" val="449810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A9313-2BA9-422F-F1AC-326F7E2498BB}"/>
              </a:ext>
            </a:extLst>
          </p:cNvPr>
          <p:cNvSpPr>
            <a:spLocks noGrp="1"/>
          </p:cNvSpPr>
          <p:nvPr>
            <p:ph type="title"/>
          </p:nvPr>
        </p:nvSpPr>
        <p:spPr>
          <a:xfrm>
            <a:off x="840317" y="365127"/>
            <a:ext cx="10515600" cy="476250"/>
          </a:xfrm>
        </p:spPr>
        <p:txBody>
          <a:bodyPr/>
          <a:lstStyle/>
          <a:p>
            <a:r>
              <a:rPr lang="en-US" sz="3600" b="1" dirty="0">
                <a:latin typeface="Times New Roman" panose="02020603050405020304" pitchFamily="18" charset="0"/>
                <a:cs typeface="Times New Roman" panose="02020603050405020304" pitchFamily="18" charset="0"/>
              </a:rPr>
              <a:t>Meshing and boundary conditions</a:t>
            </a:r>
          </a:p>
        </p:txBody>
      </p:sp>
      <p:pic>
        <p:nvPicPr>
          <p:cNvPr id="11" name="Content Placeholder 10">
            <a:extLst>
              <a:ext uri="{FF2B5EF4-FFF2-40B4-BE49-F238E27FC236}">
                <a16:creationId xmlns:a16="http://schemas.microsoft.com/office/drawing/2014/main" id="{CCA29863-2B4E-5C1D-C990-F822E71BAB2F}"/>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bwMode="auto">
          <a:xfrm>
            <a:off x="265471" y="1184777"/>
            <a:ext cx="5758034" cy="345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a:extLst>
              <a:ext uri="{FF2B5EF4-FFF2-40B4-BE49-F238E27FC236}">
                <a16:creationId xmlns:a16="http://schemas.microsoft.com/office/drawing/2014/main" id="{576E622A-D6D0-E17F-9E76-FCEFD1829958}"/>
              </a:ext>
            </a:extLst>
          </p:cNvPr>
          <p:cNvSpPr>
            <a:spLocks noGrp="1"/>
          </p:cNvSpPr>
          <p:nvPr>
            <p:ph type="sldNum" sz="quarter" idx="12"/>
          </p:nvPr>
        </p:nvSpPr>
        <p:spPr/>
        <p:txBody>
          <a:bodyPr/>
          <a:lstStyle/>
          <a:p>
            <a:fld id="{76242008-1204-4961-B4CB-0F201590C5B7}" type="slidenum">
              <a:rPr lang="en-IN" smtClean="0"/>
              <a:t>19</a:t>
            </a:fld>
            <a:endParaRPr lang="en-IN"/>
          </a:p>
        </p:txBody>
      </p:sp>
      <p:pic>
        <p:nvPicPr>
          <p:cNvPr id="9" name="Content Placeholder 8">
            <a:extLst>
              <a:ext uri="{FF2B5EF4-FFF2-40B4-BE49-F238E27FC236}">
                <a16:creationId xmlns:a16="http://schemas.microsoft.com/office/drawing/2014/main" id="{FE0263DD-5B5E-FE66-7B61-7285328FAF4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82807" y="1184776"/>
            <a:ext cx="5812548" cy="3347895"/>
          </a:xfrm>
          <a:prstGeom prst="rect">
            <a:avLst/>
          </a:prstGeom>
        </p:spPr>
      </p:pic>
      <p:graphicFrame>
        <p:nvGraphicFramePr>
          <p:cNvPr id="13" name="Table 12">
            <a:extLst>
              <a:ext uri="{FF2B5EF4-FFF2-40B4-BE49-F238E27FC236}">
                <a16:creationId xmlns:a16="http://schemas.microsoft.com/office/drawing/2014/main" id="{9A362FD6-A099-E37C-63A3-A90B89813B50}"/>
              </a:ext>
            </a:extLst>
          </p:cNvPr>
          <p:cNvGraphicFramePr>
            <a:graphicFrameLocks noGrp="1"/>
          </p:cNvGraphicFramePr>
          <p:nvPr>
            <p:extLst>
              <p:ext uri="{D42A27DB-BD31-4B8C-83A1-F6EECF244321}">
                <p14:modId xmlns:p14="http://schemas.microsoft.com/office/powerpoint/2010/main" val="3217604130"/>
              </p:ext>
            </p:extLst>
          </p:nvPr>
        </p:nvGraphicFramePr>
        <p:xfrm>
          <a:off x="206477" y="1061884"/>
          <a:ext cx="5909188" cy="3931920"/>
        </p:xfrm>
        <a:graphic>
          <a:graphicData uri="http://schemas.openxmlformats.org/drawingml/2006/table">
            <a:tbl>
              <a:tblPr>
                <a:tableStyleId>{2D5ABB26-0587-4C30-8999-92F81FD0307C}</a:tableStyleId>
              </a:tblPr>
              <a:tblGrid>
                <a:gridCol w="5909188">
                  <a:extLst>
                    <a:ext uri="{9D8B030D-6E8A-4147-A177-3AD203B41FA5}">
                      <a16:colId xmlns:a16="http://schemas.microsoft.com/office/drawing/2014/main" val="1100814016"/>
                    </a:ext>
                  </a:extLst>
                </a:gridCol>
              </a:tblGrid>
              <a:tr h="3814916">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dirty="0">
                          <a:latin typeface="Times New Roman" panose="02020603050405020304" pitchFamily="18" charset="0"/>
                          <a:cs typeface="Times New Roman" panose="02020603050405020304" pitchFamily="18" charset="0"/>
                        </a:rPr>
                        <a:t>Fig 3: Meshed cylindrical model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5722248"/>
                  </a:ext>
                </a:extLst>
              </a:tr>
            </a:tbl>
          </a:graphicData>
        </a:graphic>
      </p:graphicFrame>
      <p:graphicFrame>
        <p:nvGraphicFramePr>
          <p:cNvPr id="14" name="Table 13">
            <a:extLst>
              <a:ext uri="{FF2B5EF4-FFF2-40B4-BE49-F238E27FC236}">
                <a16:creationId xmlns:a16="http://schemas.microsoft.com/office/drawing/2014/main" id="{38FB15F4-D722-C29B-7599-9EF0CF075CE8}"/>
              </a:ext>
            </a:extLst>
          </p:cNvPr>
          <p:cNvGraphicFramePr>
            <a:graphicFrameLocks noGrp="1"/>
          </p:cNvGraphicFramePr>
          <p:nvPr>
            <p:extLst>
              <p:ext uri="{D42A27DB-BD31-4B8C-83A1-F6EECF244321}">
                <p14:modId xmlns:p14="http://schemas.microsoft.com/office/powerpoint/2010/main" val="1922226601"/>
              </p:ext>
            </p:extLst>
          </p:nvPr>
        </p:nvGraphicFramePr>
        <p:xfrm>
          <a:off x="6096000" y="1061885"/>
          <a:ext cx="6007510" cy="3931920"/>
        </p:xfrm>
        <a:graphic>
          <a:graphicData uri="http://schemas.openxmlformats.org/drawingml/2006/table">
            <a:tbl>
              <a:tblPr/>
              <a:tblGrid>
                <a:gridCol w="6007510">
                  <a:extLst>
                    <a:ext uri="{9D8B030D-6E8A-4147-A177-3AD203B41FA5}">
                      <a16:colId xmlns:a16="http://schemas.microsoft.com/office/drawing/2014/main" val="2145074332"/>
                    </a:ext>
                  </a:extLst>
                </a:gridCol>
              </a:tblGrid>
              <a:tr h="3579942">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dirty="0">
                          <a:latin typeface="Times New Roman" panose="02020603050405020304" pitchFamily="18" charset="0"/>
                          <a:cs typeface="Times New Roman" panose="02020603050405020304" pitchFamily="18" charset="0"/>
                        </a:rPr>
                        <a:t>Fig 4: Boundary conditions and loading setup</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315516986"/>
                  </a:ext>
                </a:extLst>
              </a:tr>
            </a:tbl>
          </a:graphicData>
        </a:graphic>
      </p:graphicFrame>
    </p:spTree>
    <p:extLst>
      <p:ext uri="{BB962C8B-B14F-4D97-AF65-F5344CB8AC3E}">
        <p14:creationId xmlns:p14="http://schemas.microsoft.com/office/powerpoint/2010/main" val="673625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14875A-2E30-D256-395B-A39875D37B9D}"/>
              </a:ext>
            </a:extLst>
          </p:cNvPr>
          <p:cNvSpPr>
            <a:spLocks noGrp="1"/>
          </p:cNvSpPr>
          <p:nvPr>
            <p:ph type="sldNum" sz="quarter" idx="12"/>
          </p:nvPr>
        </p:nvSpPr>
        <p:spPr/>
        <p:txBody>
          <a:bodyPr/>
          <a:lstStyle/>
          <a:p>
            <a:fld id="{76242008-1204-4961-B4CB-0F201590C5B7}" type="slidenum">
              <a:rPr lang="en-IN" smtClean="0"/>
              <a:t>20</a:t>
            </a:fld>
            <a:endParaRPr lang="en-IN"/>
          </a:p>
        </p:txBody>
      </p:sp>
      <p:sp>
        <p:nvSpPr>
          <p:cNvPr id="3" name="TextBox 2">
            <a:extLst>
              <a:ext uri="{FF2B5EF4-FFF2-40B4-BE49-F238E27FC236}">
                <a16:creationId xmlns:a16="http://schemas.microsoft.com/office/drawing/2014/main" id="{99461CFA-5A7A-D109-7C32-6CF38CAFC037}"/>
              </a:ext>
            </a:extLst>
          </p:cNvPr>
          <p:cNvSpPr txBox="1"/>
          <p:nvPr/>
        </p:nvSpPr>
        <p:spPr>
          <a:xfrm>
            <a:off x="2427456" y="0"/>
            <a:ext cx="6680719"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Results and Graphs</a:t>
            </a:r>
          </a:p>
        </p:txBody>
      </p:sp>
      <p:sp>
        <p:nvSpPr>
          <p:cNvPr id="6" name="TextBox 5">
            <a:extLst>
              <a:ext uri="{FF2B5EF4-FFF2-40B4-BE49-F238E27FC236}">
                <a16:creationId xmlns:a16="http://schemas.microsoft.com/office/drawing/2014/main" id="{869B0BFA-485F-5F94-B3B4-2E19FF8D9290}"/>
              </a:ext>
            </a:extLst>
          </p:cNvPr>
          <p:cNvSpPr txBox="1"/>
          <p:nvPr/>
        </p:nvSpPr>
        <p:spPr>
          <a:xfrm>
            <a:off x="727587" y="491614"/>
            <a:ext cx="10478478" cy="5909310"/>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just"/>
            <a:r>
              <a:rPr lang="en-US" dirty="0">
                <a:latin typeface="Times New Roman" panose="02020603050405020304" pitchFamily="18" charset="0"/>
                <a:cs typeface="Times New Roman" panose="02020603050405020304" pitchFamily="18" charset="0"/>
              </a:rPr>
              <a:t>The figure shows the total deformation of the stiffened rocket cylinder under static structural analysis. The maximum deformation recorded is </a:t>
            </a:r>
            <a:r>
              <a:rPr lang="en-US" b="1" dirty="0">
                <a:latin typeface="Times New Roman" panose="02020603050405020304" pitchFamily="18" charset="0"/>
                <a:cs typeface="Times New Roman" panose="02020603050405020304" pitchFamily="18" charset="0"/>
              </a:rPr>
              <a:t>0.010707 mm</a:t>
            </a:r>
            <a:r>
              <a:rPr lang="en-US" dirty="0">
                <a:latin typeface="Times New Roman" panose="02020603050405020304" pitchFamily="18" charset="0"/>
                <a:cs typeface="Times New Roman" panose="02020603050405020304" pitchFamily="18" charset="0"/>
              </a:rPr>
              <a:t>, indicating minimal displacement and confirming the model’s </a:t>
            </a:r>
            <a:r>
              <a:rPr lang="en-US" b="1" dirty="0">
                <a:latin typeface="Times New Roman" panose="02020603050405020304" pitchFamily="18" charset="0"/>
                <a:cs typeface="Times New Roman" panose="02020603050405020304" pitchFamily="18" charset="0"/>
              </a:rPr>
              <a:t>high stiffness and structural stability</a:t>
            </a:r>
            <a:r>
              <a:rPr lang="en-US" dirty="0">
                <a:latin typeface="Times New Roman" panose="02020603050405020304" pitchFamily="18" charset="0"/>
                <a:cs typeface="Times New Roman" panose="02020603050405020304" pitchFamily="18" charset="0"/>
              </a:rPr>
              <a:t> under applied loads.</a:t>
            </a:r>
          </a:p>
          <a:p>
            <a:r>
              <a:rPr lang="en-US" dirty="0"/>
              <a:t>		</a:t>
            </a:r>
          </a:p>
        </p:txBody>
      </p:sp>
      <p:pic>
        <p:nvPicPr>
          <p:cNvPr id="5" name="Picture 4">
            <a:extLst>
              <a:ext uri="{FF2B5EF4-FFF2-40B4-BE49-F238E27FC236}">
                <a16:creationId xmlns:a16="http://schemas.microsoft.com/office/drawing/2014/main" id="{973EE3F4-80E2-B6BC-A854-6546EA18CFDF}"/>
              </a:ext>
            </a:extLst>
          </p:cNvPr>
          <p:cNvPicPr>
            <a:picLocks noChangeAspect="1"/>
          </p:cNvPicPr>
          <p:nvPr/>
        </p:nvPicPr>
        <p:blipFill>
          <a:blip r:embed="rId2"/>
          <a:stretch>
            <a:fillRect/>
          </a:stretch>
        </p:blipFill>
        <p:spPr>
          <a:xfrm>
            <a:off x="919665" y="646331"/>
            <a:ext cx="9696300" cy="4380866"/>
          </a:xfrm>
          <a:prstGeom prst="rect">
            <a:avLst/>
          </a:prstGeom>
        </p:spPr>
      </p:pic>
    </p:spTree>
    <p:extLst>
      <p:ext uri="{BB962C8B-B14F-4D97-AF65-F5344CB8AC3E}">
        <p14:creationId xmlns:p14="http://schemas.microsoft.com/office/powerpoint/2010/main" val="33605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FFAB01-6D9C-D9B6-4F6C-9BE62BCACD28}"/>
              </a:ext>
            </a:extLst>
          </p:cNvPr>
          <p:cNvSpPr>
            <a:spLocks noGrp="1"/>
          </p:cNvSpPr>
          <p:nvPr>
            <p:ph type="sldNum" sz="quarter" idx="12"/>
          </p:nvPr>
        </p:nvSpPr>
        <p:spPr/>
        <p:txBody>
          <a:bodyPr/>
          <a:lstStyle/>
          <a:p>
            <a:fld id="{76242008-1204-4961-B4CB-0F201590C5B7}" type="slidenum">
              <a:rPr lang="en-IN" smtClean="0"/>
              <a:t>21</a:t>
            </a:fld>
            <a:endParaRPr lang="en-IN"/>
          </a:p>
        </p:txBody>
      </p:sp>
      <p:pic>
        <p:nvPicPr>
          <p:cNvPr id="5" name="Picture 4">
            <a:extLst>
              <a:ext uri="{FF2B5EF4-FFF2-40B4-BE49-F238E27FC236}">
                <a16:creationId xmlns:a16="http://schemas.microsoft.com/office/drawing/2014/main" id="{26B0E374-14A3-31CD-59F7-EB99AA5FEC49}"/>
              </a:ext>
            </a:extLst>
          </p:cNvPr>
          <p:cNvPicPr>
            <a:picLocks noChangeAspect="1"/>
          </p:cNvPicPr>
          <p:nvPr/>
        </p:nvPicPr>
        <p:blipFill>
          <a:blip r:embed="rId2"/>
          <a:stretch>
            <a:fillRect/>
          </a:stretch>
        </p:blipFill>
        <p:spPr>
          <a:xfrm>
            <a:off x="363794" y="357082"/>
            <a:ext cx="11218541" cy="5502944"/>
          </a:xfrm>
          <a:prstGeom prst="rect">
            <a:avLst/>
          </a:prstGeom>
        </p:spPr>
      </p:pic>
    </p:spTree>
    <p:extLst>
      <p:ext uri="{BB962C8B-B14F-4D97-AF65-F5344CB8AC3E}">
        <p14:creationId xmlns:p14="http://schemas.microsoft.com/office/powerpoint/2010/main" val="2569353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719ACE-FBB2-A235-5569-681FE8402413}"/>
              </a:ext>
            </a:extLst>
          </p:cNvPr>
          <p:cNvSpPr>
            <a:spLocks noGrp="1"/>
          </p:cNvSpPr>
          <p:nvPr>
            <p:ph type="sldNum" sz="quarter" idx="12"/>
          </p:nvPr>
        </p:nvSpPr>
        <p:spPr/>
        <p:txBody>
          <a:bodyPr/>
          <a:lstStyle/>
          <a:p>
            <a:fld id="{76242008-1204-4961-B4CB-0F201590C5B7}" type="slidenum">
              <a:rPr lang="en-IN" smtClean="0"/>
              <a:t>22</a:t>
            </a:fld>
            <a:endParaRPr lang="en-IN"/>
          </a:p>
        </p:txBody>
      </p:sp>
    </p:spTree>
    <p:extLst>
      <p:ext uri="{BB962C8B-B14F-4D97-AF65-F5344CB8AC3E}">
        <p14:creationId xmlns:p14="http://schemas.microsoft.com/office/powerpoint/2010/main" val="2657646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b="8729"/>
          <a:stretch/>
        </p:blipFill>
        <p:spPr>
          <a:xfrm>
            <a:off x="58896" y="1150710"/>
            <a:ext cx="12074207" cy="5094515"/>
          </a:xfrm>
          <a:prstGeom prst="rect">
            <a:avLst/>
          </a:prstGeom>
        </p:spPr>
      </p:pic>
      <p:sp>
        <p:nvSpPr>
          <p:cNvPr id="4" name="Slide Number Placeholder 3"/>
          <p:cNvSpPr>
            <a:spLocks noGrp="1"/>
          </p:cNvSpPr>
          <p:nvPr>
            <p:ph type="sldNum" sz="quarter" idx="12"/>
          </p:nvPr>
        </p:nvSpPr>
        <p:spPr/>
        <p:txBody>
          <a:bodyPr/>
          <a:lstStyle/>
          <a:p>
            <a:fld id="{76242008-1204-4961-B4CB-0F201590C5B7}" type="slidenum">
              <a:rPr lang="en-IN" smtClean="0"/>
              <a:t>23</a:t>
            </a:fld>
            <a:endParaRPr lang="en-IN"/>
          </a:p>
        </p:txBody>
      </p:sp>
      <p:sp>
        <p:nvSpPr>
          <p:cNvPr id="6" name="TextBox 5"/>
          <p:cNvSpPr txBox="1"/>
          <p:nvPr/>
        </p:nvSpPr>
        <p:spPr>
          <a:xfrm>
            <a:off x="503960" y="3558307"/>
            <a:ext cx="8817431" cy="1708160"/>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just"/>
            <a:r>
              <a:rPr lang="en-IN" sz="105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Any Questions</a:t>
            </a:r>
          </a:p>
        </p:txBody>
      </p:sp>
    </p:spTree>
    <p:extLst>
      <p:ext uri="{BB962C8B-B14F-4D97-AF65-F5344CB8AC3E}">
        <p14:creationId xmlns:p14="http://schemas.microsoft.com/office/powerpoint/2010/main" val="841915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6242008-1204-4961-B4CB-0F201590C5B7}" type="slidenum">
              <a:rPr lang="en-IN" smtClean="0"/>
              <a:t>24</a:t>
            </a:fld>
            <a:endParaRPr lang="en-IN"/>
          </a:p>
        </p:txBody>
      </p:sp>
      <p:sp>
        <p:nvSpPr>
          <p:cNvPr id="4" name="Rectangle 3"/>
          <p:cNvSpPr/>
          <p:nvPr/>
        </p:nvSpPr>
        <p:spPr>
          <a:xfrm>
            <a:off x="1828800" y="1905506"/>
            <a:ext cx="8660674" cy="2185214"/>
          </a:xfrm>
          <a:prstGeom prst="rect">
            <a:avLst/>
          </a:prstGeom>
        </p:spPr>
        <p:txBody>
          <a:bodyPr wrap="square">
            <a:spAutoFit/>
          </a:bodyPr>
          <a:lstStyle/>
          <a:p>
            <a:pPr lvl="0" algn="ctr"/>
            <a:r>
              <a:rPr lang="en-IN" sz="9600" dirty="0">
                <a:solidFill>
                  <a:srgbClr val="000000"/>
                </a:solidFill>
                <a:latin typeface="Times New Roman" panose="02020603050405020304" pitchFamily="18" charset="0"/>
                <a:cs typeface="Times New Roman" panose="02020603050405020304" pitchFamily="18" charset="0"/>
              </a:rPr>
              <a:t>THANK YOU</a:t>
            </a:r>
          </a:p>
          <a:p>
            <a:pPr lvl="0" algn="ctr"/>
            <a:endParaRPr lang="en-IN" sz="3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6105107"/>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1812</Template>
  <TotalTime>4567</TotalTime>
  <Words>2646</Words>
  <Application>Microsoft Office PowerPoint</Application>
  <PresentationFormat>Widescreen</PresentationFormat>
  <Paragraphs>387</Paragraphs>
  <Slides>24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Mongolian Baiti</vt:lpstr>
      <vt:lpstr>Times New Roman</vt:lpstr>
      <vt:lpstr>Wingdings</vt:lpstr>
      <vt:lpstr>Diseño predeterminado</vt:lpstr>
      <vt:lpstr>PowerPoint Presentation</vt:lpstr>
      <vt:lpstr>Contents  Second Review</vt:lpstr>
      <vt:lpstr>Introduction</vt:lpstr>
      <vt:lpstr>PowerPoint Presentation</vt:lpstr>
      <vt:lpstr>     Abstract</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Meshing and boundary conditions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maheshkukanoor0712@outlook.com</cp:lastModifiedBy>
  <cp:revision>138</cp:revision>
  <dcterms:created xsi:type="dcterms:W3CDTF">2018-11-25T10:36:13Z</dcterms:created>
  <dcterms:modified xsi:type="dcterms:W3CDTF">2026-08-13T16:14:53Z</dcterms:modified>
</cp:coreProperties>
</file>